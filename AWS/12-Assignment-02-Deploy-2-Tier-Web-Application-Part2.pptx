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20" d="100"/>
          <a:sy n="120" d="100"/>
        </p:scale>
        <p:origin x="370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AA37C-B4C4-A764-10AA-859176CF96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68F6D0-B3D5-EB32-5B68-A002918166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C0A847-D902-FAB4-58A3-553DE10A9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CEC9F2-4755-B17A-5390-67B52979D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59E6C-9199-ACF2-ED1E-B8D7811C7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2351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4D23E-6A95-AD08-7436-B24FA38FE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AB4C6-17AA-91C8-E5A6-F9221E0F53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6406B4-4782-6EE8-DD34-3F54DDE96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1FD346-CF88-4B31-DFBE-C1A256D2B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335E7-62A4-C828-3051-CF6709D29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2475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352C1-E607-8B7D-7790-7961493F8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A65D8D-9D32-ADC6-DE14-EEBCF3AA19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49870-73C5-B39B-CFFF-B425E9973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FD8D91-D936-F918-6066-9DF0E7461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CB701-8EFD-B20D-2618-1AA6FCEFD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6172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54C94-9483-3635-A6B5-27603210A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59762-0CE7-A0D0-CF04-DDE666623E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7A857A-D0E0-10E9-0CC7-6763BFC757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B9C060-41EE-4B4C-E084-7CC67DA13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5480D6-8418-303D-0B16-C0A2DEFC0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452DA0-9286-10AD-33A2-7AD0258F0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2287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F2268-F81D-03D4-C6DF-26B8EC5A5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ED9138-34C6-45A7-7ABD-301508F19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14A7E9-0391-E749-2155-59CD4D6221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A8D034-F8A3-E0FA-9DB6-1BBB40A821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81E884-2195-A2A3-6313-90FEFBCFF1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AB9F72-79DD-B04B-A79A-6D0661D6B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814BF9-2D4C-72B1-0BF9-676007C82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A07807-31F0-30B4-D694-11C5BED47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3834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799E6-0AE3-5304-3DAB-1F0E29EB3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AB0F5C-548F-FAD0-88CC-2DBF25D24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E7267D-D77C-33AE-621A-DA7D5653A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C13516-31FD-9CCF-7623-BAE2AB994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8482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32B48B-4461-369B-C484-BDD16BB95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11B18D-149A-B90A-07B1-C49561674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87D3C0-2152-4810-D772-A9FB246B4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5382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43F10-C7F4-9465-BA44-3C893A770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1C32A-631E-8974-B10E-A3AB7A846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F34279-62F8-6743-812A-FDD7F778EB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B3E9B3-661E-F6EF-84C5-5D58AEABF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310D2E-566B-A7E1-080F-C46DFA510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A3819-2E1F-BBA0-636F-BAF983539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7313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BA246-EED7-E47A-6656-B5A71F3EA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9E9A13-CBD2-B4F3-343D-5244DB0BF0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ABC54F-0D55-0CEE-D590-3CB9441D91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4CC833-0354-7D08-E0F0-E7CF507C6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EDA31C-202D-30C4-0C09-127B35D8F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AA52DB-2F34-5DE2-F748-DD4E48FB1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71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F17A0-F4DD-37ED-5343-046F1BBAE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611038-2F82-2090-F536-1956A67A68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35B46-22A1-3721-9FDD-07A1CEA96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DB4C8-A7F2-E1EF-8722-9721D25F9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835C6-ADCD-C522-C27B-832C5F900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5050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BA6B12-667D-1AC6-2D4C-0C5BFE30A9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E8462C-980A-D66C-ACF0-273177A727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E30D7D-295C-52E7-1082-912000F3F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1442F9-CDA2-796A-3142-EEE88C255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2B543A-8D11-D7C0-65CD-1FFE33929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4352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6FA8E8-F81B-4EAC-CFD0-A7CA20623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30B6D-FF01-9F82-825C-CB8829577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F99BF-6AA5-3F1D-E3BA-5895064F47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768A3-D6E5-E542-C570-CCB9AF1BF0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3A0AC-E727-7D68-2ED0-692CA516E0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5080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hyperlink" Target="http://domainname/corp.php" TargetMode="External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aws.amazon.com/AmazonRDS/latest/UserGuide/USER_RebootInstance.htm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aws.amazon.com/AmazonRDS/latest/UserGuide/Concepts.MultiAZSingleStandby.html#Concepts.MultiAZ.Migrating.Convert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0856" y="2318130"/>
            <a:ext cx="7401559" cy="9334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67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Arial"/>
                <a:cs typeface="Arial"/>
              </a:rPr>
              <a:t>Make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your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website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highly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available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and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secure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75"/>
              </a:spcBef>
            </a:pPr>
            <a:r>
              <a:rPr sz="1600" i="1" dirty="0">
                <a:solidFill>
                  <a:srgbClr val="EE8500"/>
                </a:solidFill>
                <a:latin typeface="Arial"/>
                <a:cs typeface="Arial"/>
              </a:rPr>
              <a:t>Using</a:t>
            </a:r>
            <a:r>
              <a:rPr sz="1600" i="1" spc="-40" dirty="0">
                <a:solidFill>
                  <a:srgbClr val="EE8500"/>
                </a:solidFill>
                <a:latin typeface="Arial"/>
                <a:cs typeface="Arial"/>
              </a:rPr>
              <a:t> </a:t>
            </a:r>
            <a:r>
              <a:rPr sz="1600" i="1" dirty="0">
                <a:solidFill>
                  <a:srgbClr val="EE8500"/>
                </a:solidFill>
                <a:latin typeface="Arial"/>
                <a:cs typeface="Arial"/>
              </a:rPr>
              <a:t>Application</a:t>
            </a:r>
            <a:r>
              <a:rPr sz="1600" i="1" spc="-45" dirty="0">
                <a:solidFill>
                  <a:srgbClr val="EE8500"/>
                </a:solidFill>
                <a:latin typeface="Arial"/>
                <a:cs typeface="Arial"/>
              </a:rPr>
              <a:t> </a:t>
            </a:r>
            <a:r>
              <a:rPr sz="1600" i="1" dirty="0">
                <a:solidFill>
                  <a:srgbClr val="EE8500"/>
                </a:solidFill>
                <a:latin typeface="Arial"/>
                <a:cs typeface="Arial"/>
              </a:rPr>
              <a:t>Load</a:t>
            </a:r>
            <a:r>
              <a:rPr sz="1600" i="1" spc="-25" dirty="0">
                <a:solidFill>
                  <a:srgbClr val="EE8500"/>
                </a:solidFill>
                <a:latin typeface="Arial"/>
                <a:cs typeface="Arial"/>
              </a:rPr>
              <a:t> </a:t>
            </a:r>
            <a:r>
              <a:rPr sz="1600" i="1" dirty="0">
                <a:solidFill>
                  <a:srgbClr val="EE8500"/>
                </a:solidFill>
                <a:latin typeface="Arial"/>
                <a:cs typeface="Arial"/>
              </a:rPr>
              <a:t>Balancer</a:t>
            </a:r>
            <a:r>
              <a:rPr sz="1600" i="1" spc="-45" dirty="0">
                <a:solidFill>
                  <a:srgbClr val="EE8500"/>
                </a:solidFill>
                <a:latin typeface="Arial"/>
                <a:cs typeface="Arial"/>
              </a:rPr>
              <a:t> </a:t>
            </a:r>
            <a:r>
              <a:rPr sz="1600" i="1" dirty="0">
                <a:solidFill>
                  <a:srgbClr val="EE8500"/>
                </a:solidFill>
                <a:latin typeface="Arial"/>
                <a:cs typeface="Arial"/>
              </a:rPr>
              <a:t>with</a:t>
            </a:r>
            <a:r>
              <a:rPr sz="1600" i="1" spc="-25" dirty="0">
                <a:solidFill>
                  <a:srgbClr val="EE8500"/>
                </a:solidFill>
                <a:latin typeface="Arial"/>
                <a:cs typeface="Arial"/>
              </a:rPr>
              <a:t> </a:t>
            </a:r>
            <a:r>
              <a:rPr sz="1600" i="1" dirty="0">
                <a:solidFill>
                  <a:srgbClr val="EE8500"/>
                </a:solidFill>
                <a:latin typeface="Arial"/>
                <a:cs typeface="Arial"/>
              </a:rPr>
              <a:t>HTTPs</a:t>
            </a:r>
            <a:r>
              <a:rPr sz="1600" i="1" spc="-20" dirty="0">
                <a:solidFill>
                  <a:srgbClr val="EE8500"/>
                </a:solidFill>
                <a:latin typeface="Arial"/>
                <a:cs typeface="Arial"/>
              </a:rPr>
              <a:t> </a:t>
            </a:r>
            <a:r>
              <a:rPr sz="1600" i="1" spc="-10" dirty="0">
                <a:solidFill>
                  <a:srgbClr val="EE8500"/>
                </a:solidFill>
                <a:latin typeface="Arial"/>
                <a:cs typeface="Arial"/>
              </a:rPr>
              <a:t>listener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4400" y="1699603"/>
            <a:ext cx="449580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FFAB40"/>
                </a:solidFill>
              </a:rPr>
              <a:t>Assignment</a:t>
            </a:r>
            <a:r>
              <a:rPr spc="-110" dirty="0">
                <a:solidFill>
                  <a:srgbClr val="FFAB40"/>
                </a:solidFill>
              </a:rPr>
              <a:t> </a:t>
            </a:r>
            <a:r>
              <a:rPr dirty="0">
                <a:solidFill>
                  <a:srgbClr val="FFAB40"/>
                </a:solidFill>
              </a:rPr>
              <a:t>(Part</a:t>
            </a:r>
            <a:r>
              <a:rPr spc="-100" dirty="0">
                <a:solidFill>
                  <a:srgbClr val="FFAB40"/>
                </a:solidFill>
              </a:rPr>
              <a:t> </a:t>
            </a:r>
            <a:r>
              <a:rPr spc="-25" dirty="0">
                <a:solidFill>
                  <a:srgbClr val="FFAB40"/>
                </a:solidFill>
              </a:rPr>
              <a:t>2):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52876" y="3985361"/>
            <a:ext cx="67818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78909C"/>
                </a:solidFill>
                <a:latin typeface="Arial"/>
                <a:cs typeface="Arial"/>
              </a:rPr>
              <a:t>Private</a:t>
            </a:r>
            <a:r>
              <a:rPr sz="800" spc="-20" dirty="0">
                <a:solidFill>
                  <a:srgbClr val="78909C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78909C"/>
                </a:solidFill>
                <a:latin typeface="Arial"/>
                <a:cs typeface="Arial"/>
              </a:rPr>
              <a:t>subnet</a:t>
            </a:r>
            <a:endParaRPr sz="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298447" y="2080260"/>
            <a:ext cx="1480185" cy="871855"/>
          </a:xfrm>
          <a:custGeom>
            <a:avLst/>
            <a:gdLst/>
            <a:ahLst/>
            <a:cxnLst/>
            <a:rect l="l" t="t" r="r" b="b"/>
            <a:pathLst>
              <a:path w="1480185" h="871855">
                <a:moveTo>
                  <a:pt x="1479804" y="0"/>
                </a:moveTo>
                <a:lnTo>
                  <a:pt x="0" y="0"/>
                </a:lnTo>
                <a:lnTo>
                  <a:pt x="0" y="871727"/>
                </a:lnTo>
                <a:lnTo>
                  <a:pt x="1479804" y="871727"/>
                </a:lnTo>
                <a:lnTo>
                  <a:pt x="1479804" y="0"/>
                </a:lnTo>
                <a:close/>
              </a:path>
            </a:pathLst>
          </a:custGeom>
          <a:solidFill>
            <a:srgbClr val="1D8800">
              <a:alpha val="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540255" y="2100199"/>
            <a:ext cx="63690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0096A7"/>
                </a:solidFill>
                <a:latin typeface="Arial"/>
                <a:cs typeface="Arial"/>
              </a:rPr>
              <a:t>Public</a:t>
            </a:r>
            <a:r>
              <a:rPr sz="800" spc="-30" dirty="0">
                <a:solidFill>
                  <a:srgbClr val="0096A7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0096A7"/>
                </a:solidFill>
                <a:latin typeface="Arial"/>
                <a:cs typeface="Arial"/>
              </a:rPr>
              <a:t>subnet</a:t>
            </a:r>
            <a:endParaRPr sz="8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9194" y="663111"/>
            <a:ext cx="327317" cy="28923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059938" y="761491"/>
            <a:ext cx="37084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10" dirty="0">
                <a:latin typeface="Arial"/>
                <a:cs typeface="Arial"/>
              </a:rPr>
              <a:t>Internet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197863" y="1790700"/>
            <a:ext cx="1685925" cy="3042285"/>
          </a:xfrm>
          <a:custGeom>
            <a:avLst/>
            <a:gdLst/>
            <a:ahLst/>
            <a:cxnLst/>
            <a:rect l="l" t="t" r="r" b="b"/>
            <a:pathLst>
              <a:path w="1685925" h="3042285">
                <a:moveTo>
                  <a:pt x="0" y="3041904"/>
                </a:moveTo>
                <a:lnTo>
                  <a:pt x="1685544" y="3041904"/>
                </a:lnTo>
                <a:lnTo>
                  <a:pt x="1685544" y="0"/>
                </a:lnTo>
                <a:lnTo>
                  <a:pt x="0" y="0"/>
                </a:lnTo>
                <a:lnTo>
                  <a:pt x="0" y="3041904"/>
                </a:lnTo>
                <a:close/>
              </a:path>
            </a:pathLst>
          </a:custGeom>
          <a:ln w="12700">
            <a:solidFill>
              <a:srgbClr val="78909C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658492" y="1843532"/>
            <a:ext cx="76644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solidFill>
                  <a:srgbClr val="78909C"/>
                </a:solidFill>
                <a:latin typeface="Arial"/>
                <a:cs typeface="Arial"/>
              </a:rPr>
              <a:t>Availability</a:t>
            </a:r>
            <a:r>
              <a:rPr sz="800" spc="-50" dirty="0">
                <a:solidFill>
                  <a:srgbClr val="78909C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78909C"/>
                </a:solidFill>
                <a:latin typeface="Arial"/>
                <a:cs typeface="Arial"/>
              </a:rPr>
              <a:t>Zone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37260" y="1584960"/>
            <a:ext cx="4013200" cy="3348354"/>
          </a:xfrm>
          <a:custGeom>
            <a:avLst/>
            <a:gdLst/>
            <a:ahLst/>
            <a:cxnLst/>
            <a:rect l="l" t="t" r="r" b="b"/>
            <a:pathLst>
              <a:path w="4013200" h="3348354">
                <a:moveTo>
                  <a:pt x="0" y="3348228"/>
                </a:moveTo>
                <a:lnTo>
                  <a:pt x="4012691" y="3348228"/>
                </a:lnTo>
                <a:lnTo>
                  <a:pt x="4012691" y="0"/>
                </a:lnTo>
                <a:lnTo>
                  <a:pt x="0" y="0"/>
                </a:lnTo>
                <a:lnTo>
                  <a:pt x="0" y="3348228"/>
                </a:lnTo>
                <a:close/>
              </a:path>
            </a:pathLst>
          </a:custGeom>
          <a:ln w="12700">
            <a:solidFill>
              <a:srgbClr val="0096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267713" y="1638122"/>
            <a:ext cx="236854" cy="148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25" dirty="0">
                <a:solidFill>
                  <a:srgbClr val="0096A7"/>
                </a:solidFill>
                <a:latin typeface="Arial"/>
                <a:cs typeface="Arial"/>
              </a:rPr>
              <a:t>VPC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66318" y="1107694"/>
            <a:ext cx="4354830" cy="3932554"/>
            <a:chOff x="766318" y="1107694"/>
            <a:chExt cx="4354830" cy="3932554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9993" y="1584059"/>
              <a:ext cx="168011" cy="18142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76665" y="1118852"/>
              <a:ext cx="197485" cy="237490"/>
            </a:xfrm>
            <a:custGeom>
              <a:avLst/>
              <a:gdLst/>
              <a:ahLst/>
              <a:cxnLst/>
              <a:rect l="l" t="t" r="r" b="b"/>
              <a:pathLst>
                <a:path w="197484" h="237490">
                  <a:moveTo>
                    <a:pt x="197484" y="0"/>
                  </a:moveTo>
                  <a:lnTo>
                    <a:pt x="0" y="0"/>
                  </a:lnTo>
                  <a:lnTo>
                    <a:pt x="0" y="237476"/>
                  </a:lnTo>
                  <a:lnTo>
                    <a:pt x="197484" y="237477"/>
                  </a:lnTo>
                  <a:lnTo>
                    <a:pt x="197484" y="0"/>
                  </a:lnTo>
                  <a:close/>
                </a:path>
              </a:pathLst>
            </a:custGeom>
            <a:solidFill>
              <a:srgbClr val="137D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19548" y="1153114"/>
              <a:ext cx="111760" cy="169545"/>
            </a:xfrm>
            <a:custGeom>
              <a:avLst/>
              <a:gdLst/>
              <a:ahLst/>
              <a:cxnLst/>
              <a:rect l="l" t="t" r="r" b="b"/>
              <a:pathLst>
                <a:path w="111759" h="169544">
                  <a:moveTo>
                    <a:pt x="33345" y="162504"/>
                  </a:moveTo>
                  <a:lnTo>
                    <a:pt x="0" y="162504"/>
                  </a:lnTo>
                  <a:lnTo>
                    <a:pt x="0" y="169289"/>
                  </a:lnTo>
                  <a:lnTo>
                    <a:pt x="33345" y="169289"/>
                  </a:lnTo>
                  <a:lnTo>
                    <a:pt x="33345" y="162504"/>
                  </a:lnTo>
                  <a:close/>
                </a:path>
                <a:path w="111759" h="169544">
                  <a:moveTo>
                    <a:pt x="20724" y="0"/>
                  </a:moveTo>
                  <a:lnTo>
                    <a:pt x="12115" y="853"/>
                  </a:lnTo>
                  <a:lnTo>
                    <a:pt x="8908" y="4709"/>
                  </a:lnTo>
                  <a:lnTo>
                    <a:pt x="8786" y="6485"/>
                  </a:lnTo>
                  <a:lnTo>
                    <a:pt x="8692" y="7859"/>
                  </a:lnTo>
                  <a:lnTo>
                    <a:pt x="8579" y="13813"/>
                  </a:lnTo>
                  <a:lnTo>
                    <a:pt x="10860" y="17567"/>
                  </a:lnTo>
                  <a:lnTo>
                    <a:pt x="14217" y="18862"/>
                  </a:lnTo>
                  <a:lnTo>
                    <a:pt x="14217" y="162504"/>
                  </a:lnTo>
                  <a:lnTo>
                    <a:pt x="19464" y="162504"/>
                  </a:lnTo>
                  <a:lnTo>
                    <a:pt x="19464" y="90173"/>
                  </a:lnTo>
                  <a:lnTo>
                    <a:pt x="111718" y="90173"/>
                  </a:lnTo>
                  <a:lnTo>
                    <a:pt x="107155" y="83388"/>
                  </a:lnTo>
                  <a:lnTo>
                    <a:pt x="19464" y="83388"/>
                  </a:lnTo>
                  <a:lnTo>
                    <a:pt x="19464" y="34468"/>
                  </a:lnTo>
                  <a:lnTo>
                    <a:pt x="107165" y="34468"/>
                  </a:lnTo>
                  <a:lnTo>
                    <a:pt x="111718" y="27683"/>
                  </a:lnTo>
                  <a:lnTo>
                    <a:pt x="19464" y="27682"/>
                  </a:lnTo>
                  <a:lnTo>
                    <a:pt x="19464" y="18862"/>
                  </a:lnTo>
                  <a:lnTo>
                    <a:pt x="22774" y="17567"/>
                  </a:lnTo>
                  <a:lnTo>
                    <a:pt x="25084" y="13813"/>
                  </a:lnTo>
                  <a:lnTo>
                    <a:pt x="25092" y="12863"/>
                  </a:lnTo>
                  <a:lnTo>
                    <a:pt x="15294" y="12863"/>
                  </a:lnTo>
                  <a:lnTo>
                    <a:pt x="14081" y="11466"/>
                  </a:lnTo>
                  <a:lnTo>
                    <a:pt x="14081" y="7859"/>
                  </a:lnTo>
                  <a:lnTo>
                    <a:pt x="15223" y="6485"/>
                  </a:lnTo>
                  <a:lnTo>
                    <a:pt x="24895" y="6485"/>
                  </a:lnTo>
                  <a:lnTo>
                    <a:pt x="24774" y="4709"/>
                  </a:lnTo>
                  <a:lnTo>
                    <a:pt x="24731" y="4082"/>
                  </a:lnTo>
                  <a:lnTo>
                    <a:pt x="20724" y="0"/>
                  </a:lnTo>
                  <a:close/>
                </a:path>
                <a:path w="111759" h="169544">
                  <a:moveTo>
                    <a:pt x="107165" y="34468"/>
                  </a:moveTo>
                  <a:lnTo>
                    <a:pt x="99869" y="34468"/>
                  </a:lnTo>
                  <a:lnTo>
                    <a:pt x="83449" y="58962"/>
                  </a:lnTo>
                  <a:lnTo>
                    <a:pt x="99869" y="83388"/>
                  </a:lnTo>
                  <a:lnTo>
                    <a:pt x="107155" y="83388"/>
                  </a:lnTo>
                  <a:lnTo>
                    <a:pt x="90728" y="58962"/>
                  </a:lnTo>
                  <a:lnTo>
                    <a:pt x="107165" y="34468"/>
                  </a:lnTo>
                  <a:close/>
                </a:path>
                <a:path w="111759" h="169544">
                  <a:moveTo>
                    <a:pt x="24895" y="6485"/>
                  </a:moveTo>
                  <a:lnTo>
                    <a:pt x="18174" y="6485"/>
                  </a:lnTo>
                  <a:lnTo>
                    <a:pt x="19320" y="7859"/>
                  </a:lnTo>
                  <a:lnTo>
                    <a:pt x="19276" y="11466"/>
                  </a:lnTo>
                  <a:lnTo>
                    <a:pt x="18160" y="12863"/>
                  </a:lnTo>
                  <a:lnTo>
                    <a:pt x="25092" y="12863"/>
                  </a:lnTo>
                  <a:lnTo>
                    <a:pt x="24990" y="7859"/>
                  </a:lnTo>
                  <a:lnTo>
                    <a:pt x="24895" y="64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04718" y="2084110"/>
              <a:ext cx="159168" cy="190278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72668" y="1114044"/>
              <a:ext cx="4342130" cy="3919854"/>
            </a:xfrm>
            <a:custGeom>
              <a:avLst/>
              <a:gdLst/>
              <a:ahLst/>
              <a:cxnLst/>
              <a:rect l="l" t="t" r="r" b="b"/>
              <a:pathLst>
                <a:path w="4342130" h="3919854">
                  <a:moveTo>
                    <a:pt x="0" y="3919728"/>
                  </a:moveTo>
                  <a:lnTo>
                    <a:pt x="4341876" y="3919728"/>
                  </a:lnTo>
                  <a:lnTo>
                    <a:pt x="4341876" y="0"/>
                  </a:lnTo>
                  <a:lnTo>
                    <a:pt x="0" y="0"/>
                  </a:lnTo>
                  <a:lnTo>
                    <a:pt x="0" y="3919728"/>
                  </a:lnTo>
                  <a:close/>
                </a:path>
              </a:pathLst>
            </a:custGeom>
            <a:ln w="12700">
              <a:solidFill>
                <a:srgbClr val="78909C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103782" y="1167130"/>
            <a:ext cx="34798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10" dirty="0">
                <a:solidFill>
                  <a:srgbClr val="78909C"/>
                </a:solidFill>
                <a:latin typeface="Arial"/>
                <a:cs typeface="Arial"/>
              </a:rPr>
              <a:t>Region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705083" y="1292346"/>
            <a:ext cx="324485" cy="324485"/>
            <a:chOff x="2705083" y="1292346"/>
            <a:chExt cx="324485" cy="324485"/>
          </a:xfrm>
        </p:grpSpPr>
        <p:sp>
          <p:nvSpPr>
            <p:cNvPr id="19" name="object 19"/>
            <p:cNvSpPr/>
            <p:nvPr/>
          </p:nvSpPr>
          <p:spPr>
            <a:xfrm>
              <a:off x="2705083" y="1292346"/>
              <a:ext cx="324485" cy="324485"/>
            </a:xfrm>
            <a:custGeom>
              <a:avLst/>
              <a:gdLst/>
              <a:ahLst/>
              <a:cxnLst/>
              <a:rect l="l" t="t" r="r" b="b"/>
              <a:pathLst>
                <a:path w="324485" h="324484">
                  <a:moveTo>
                    <a:pt x="161984" y="0"/>
                  </a:moveTo>
                  <a:lnTo>
                    <a:pt x="118922" y="5791"/>
                  </a:lnTo>
                  <a:lnTo>
                    <a:pt x="80228" y="22135"/>
                  </a:lnTo>
                  <a:lnTo>
                    <a:pt x="47444" y="47485"/>
                  </a:lnTo>
                  <a:lnTo>
                    <a:pt x="22115" y="80297"/>
                  </a:lnTo>
                  <a:lnTo>
                    <a:pt x="5786" y="119025"/>
                  </a:lnTo>
                  <a:lnTo>
                    <a:pt x="0" y="162123"/>
                  </a:lnTo>
                  <a:lnTo>
                    <a:pt x="5786" y="205221"/>
                  </a:lnTo>
                  <a:lnTo>
                    <a:pt x="22115" y="243949"/>
                  </a:lnTo>
                  <a:lnTo>
                    <a:pt x="47444" y="276761"/>
                  </a:lnTo>
                  <a:lnTo>
                    <a:pt x="80228" y="302112"/>
                  </a:lnTo>
                  <a:lnTo>
                    <a:pt x="118923" y="318456"/>
                  </a:lnTo>
                  <a:lnTo>
                    <a:pt x="161984" y="324247"/>
                  </a:lnTo>
                  <a:lnTo>
                    <a:pt x="204820" y="318456"/>
                  </a:lnTo>
                  <a:lnTo>
                    <a:pt x="204963" y="318456"/>
                  </a:lnTo>
                  <a:lnTo>
                    <a:pt x="223898" y="310450"/>
                  </a:lnTo>
                  <a:lnTo>
                    <a:pt x="161984" y="310450"/>
                  </a:lnTo>
                  <a:lnTo>
                    <a:pt x="115141" y="302888"/>
                  </a:lnTo>
                  <a:lnTo>
                    <a:pt x="74459" y="281831"/>
                  </a:lnTo>
                  <a:lnTo>
                    <a:pt x="42379" y="249723"/>
                  </a:lnTo>
                  <a:lnTo>
                    <a:pt x="21341" y="209006"/>
                  </a:lnTo>
                  <a:lnTo>
                    <a:pt x="13786" y="162123"/>
                  </a:lnTo>
                  <a:lnTo>
                    <a:pt x="21337" y="115261"/>
                  </a:lnTo>
                  <a:lnTo>
                    <a:pt x="42360" y="74560"/>
                  </a:lnTo>
                  <a:lnTo>
                    <a:pt x="74417" y="42458"/>
                  </a:lnTo>
                  <a:lnTo>
                    <a:pt x="115079" y="21391"/>
                  </a:lnTo>
                  <a:lnTo>
                    <a:pt x="114943" y="21391"/>
                  </a:lnTo>
                  <a:lnTo>
                    <a:pt x="161984" y="13797"/>
                  </a:lnTo>
                  <a:lnTo>
                    <a:pt x="224003" y="13797"/>
                  </a:lnTo>
                  <a:lnTo>
                    <a:pt x="205047" y="5791"/>
                  </a:lnTo>
                  <a:lnTo>
                    <a:pt x="161984" y="0"/>
                  </a:lnTo>
                  <a:close/>
                </a:path>
                <a:path w="324485" h="324484">
                  <a:moveTo>
                    <a:pt x="224003" y="13797"/>
                  </a:moveTo>
                  <a:lnTo>
                    <a:pt x="161984" y="13797"/>
                  </a:lnTo>
                  <a:lnTo>
                    <a:pt x="208808" y="21391"/>
                  </a:lnTo>
                  <a:lnTo>
                    <a:pt x="249475" y="42458"/>
                  </a:lnTo>
                  <a:lnTo>
                    <a:pt x="281549" y="74560"/>
                  </a:lnTo>
                  <a:lnTo>
                    <a:pt x="302597" y="115261"/>
                  </a:lnTo>
                  <a:lnTo>
                    <a:pt x="310184" y="162124"/>
                  </a:lnTo>
                  <a:lnTo>
                    <a:pt x="302628" y="209006"/>
                  </a:lnTo>
                  <a:lnTo>
                    <a:pt x="281590" y="249723"/>
                  </a:lnTo>
                  <a:lnTo>
                    <a:pt x="249509" y="281831"/>
                  </a:lnTo>
                  <a:lnTo>
                    <a:pt x="208827" y="302888"/>
                  </a:lnTo>
                  <a:lnTo>
                    <a:pt x="161984" y="310450"/>
                  </a:lnTo>
                  <a:lnTo>
                    <a:pt x="223898" y="310450"/>
                  </a:lnTo>
                  <a:lnTo>
                    <a:pt x="276435" y="276761"/>
                  </a:lnTo>
                  <a:lnTo>
                    <a:pt x="301791" y="243949"/>
                  </a:lnTo>
                  <a:lnTo>
                    <a:pt x="318149" y="205222"/>
                  </a:lnTo>
                  <a:lnTo>
                    <a:pt x="323970" y="162124"/>
                  </a:lnTo>
                  <a:lnTo>
                    <a:pt x="318184" y="119025"/>
                  </a:lnTo>
                  <a:lnTo>
                    <a:pt x="301855" y="80298"/>
                  </a:lnTo>
                  <a:lnTo>
                    <a:pt x="276526" y="47486"/>
                  </a:lnTo>
                  <a:lnTo>
                    <a:pt x="243743" y="22135"/>
                  </a:lnTo>
                  <a:lnTo>
                    <a:pt x="224003" y="13797"/>
                  </a:lnTo>
                  <a:close/>
                </a:path>
              </a:pathLst>
            </a:custGeom>
            <a:solidFill>
              <a:srgbClr val="693B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82628" y="1360507"/>
              <a:ext cx="168879" cy="191375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4051553" y="1586865"/>
            <a:ext cx="7264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Arial"/>
                <a:cs typeface="Arial"/>
              </a:rPr>
              <a:t>10.10.0.0/16</a:t>
            </a:r>
            <a:endParaRPr sz="10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277111" y="3020567"/>
            <a:ext cx="1493520" cy="838200"/>
          </a:xfrm>
          <a:custGeom>
            <a:avLst/>
            <a:gdLst/>
            <a:ahLst/>
            <a:cxnLst/>
            <a:rect l="l" t="t" r="r" b="b"/>
            <a:pathLst>
              <a:path w="1493520" h="838200">
                <a:moveTo>
                  <a:pt x="1493520" y="0"/>
                </a:moveTo>
                <a:lnTo>
                  <a:pt x="0" y="0"/>
                </a:lnTo>
                <a:lnTo>
                  <a:pt x="0" y="838200"/>
                </a:lnTo>
                <a:lnTo>
                  <a:pt x="1493520" y="838200"/>
                </a:lnTo>
                <a:lnTo>
                  <a:pt x="1493520" y="0"/>
                </a:lnTo>
                <a:close/>
              </a:path>
            </a:pathLst>
          </a:custGeom>
          <a:solidFill>
            <a:srgbClr val="007BBB">
              <a:alpha val="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575053" y="3039872"/>
            <a:ext cx="67818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78909C"/>
                </a:solidFill>
                <a:latin typeface="Arial"/>
                <a:cs typeface="Arial"/>
              </a:rPr>
              <a:t>Private</a:t>
            </a:r>
            <a:r>
              <a:rPr sz="800" spc="-20" dirty="0">
                <a:solidFill>
                  <a:srgbClr val="78909C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78909C"/>
                </a:solidFill>
                <a:latin typeface="Arial"/>
                <a:cs typeface="Arial"/>
              </a:rPr>
              <a:t>subnet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284757" y="2087879"/>
            <a:ext cx="3343910" cy="1416050"/>
            <a:chOff x="1284757" y="2087879"/>
            <a:chExt cx="3343910" cy="1416050"/>
          </a:xfrm>
        </p:grpSpPr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84757" y="3025252"/>
              <a:ext cx="151802" cy="156356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1840877" y="3163734"/>
              <a:ext cx="339725" cy="340360"/>
            </a:xfrm>
            <a:custGeom>
              <a:avLst/>
              <a:gdLst/>
              <a:ahLst/>
              <a:cxnLst/>
              <a:rect l="l" t="t" r="r" b="b"/>
              <a:pathLst>
                <a:path w="339725" h="340360">
                  <a:moveTo>
                    <a:pt x="339458" y="73964"/>
                  </a:moveTo>
                  <a:lnTo>
                    <a:pt x="306285" y="73964"/>
                  </a:lnTo>
                  <a:lnTo>
                    <a:pt x="306285" y="47345"/>
                  </a:lnTo>
                  <a:lnTo>
                    <a:pt x="306285" y="33185"/>
                  </a:lnTo>
                  <a:lnTo>
                    <a:pt x="292138" y="33185"/>
                  </a:lnTo>
                  <a:lnTo>
                    <a:pt x="292138" y="47345"/>
                  </a:lnTo>
                  <a:lnTo>
                    <a:pt x="292138" y="292392"/>
                  </a:lnTo>
                  <a:lnTo>
                    <a:pt x="47307" y="292392"/>
                  </a:lnTo>
                  <a:lnTo>
                    <a:pt x="47307" y="47345"/>
                  </a:lnTo>
                  <a:lnTo>
                    <a:pt x="292138" y="47345"/>
                  </a:lnTo>
                  <a:lnTo>
                    <a:pt x="292138" y="33185"/>
                  </a:lnTo>
                  <a:lnTo>
                    <a:pt x="263931" y="33185"/>
                  </a:lnTo>
                  <a:lnTo>
                    <a:pt x="263931" y="0"/>
                  </a:lnTo>
                  <a:lnTo>
                    <a:pt x="249783" y="0"/>
                  </a:lnTo>
                  <a:lnTo>
                    <a:pt x="249783" y="33185"/>
                  </a:lnTo>
                  <a:lnTo>
                    <a:pt x="219519" y="33185"/>
                  </a:lnTo>
                  <a:lnTo>
                    <a:pt x="219519" y="0"/>
                  </a:lnTo>
                  <a:lnTo>
                    <a:pt x="205371" y="0"/>
                  </a:lnTo>
                  <a:lnTo>
                    <a:pt x="205371" y="33185"/>
                  </a:lnTo>
                  <a:lnTo>
                    <a:pt x="175107" y="33185"/>
                  </a:lnTo>
                  <a:lnTo>
                    <a:pt x="175107" y="0"/>
                  </a:lnTo>
                  <a:lnTo>
                    <a:pt x="160959" y="0"/>
                  </a:lnTo>
                  <a:lnTo>
                    <a:pt x="160959" y="33185"/>
                  </a:lnTo>
                  <a:lnTo>
                    <a:pt x="130683" y="33185"/>
                  </a:lnTo>
                  <a:lnTo>
                    <a:pt x="130683" y="0"/>
                  </a:lnTo>
                  <a:lnTo>
                    <a:pt x="116547" y="0"/>
                  </a:lnTo>
                  <a:lnTo>
                    <a:pt x="116547" y="33185"/>
                  </a:lnTo>
                  <a:lnTo>
                    <a:pt x="86347" y="33185"/>
                  </a:lnTo>
                  <a:lnTo>
                    <a:pt x="86347" y="0"/>
                  </a:lnTo>
                  <a:lnTo>
                    <a:pt x="72199" y="0"/>
                  </a:lnTo>
                  <a:lnTo>
                    <a:pt x="72199" y="33185"/>
                  </a:lnTo>
                  <a:lnTo>
                    <a:pt x="33172" y="33185"/>
                  </a:lnTo>
                  <a:lnTo>
                    <a:pt x="33172" y="73964"/>
                  </a:lnTo>
                  <a:lnTo>
                    <a:pt x="0" y="73964"/>
                  </a:lnTo>
                  <a:lnTo>
                    <a:pt x="0" y="88112"/>
                  </a:lnTo>
                  <a:lnTo>
                    <a:pt x="33172" y="88112"/>
                  </a:lnTo>
                  <a:lnTo>
                    <a:pt x="33172" y="118338"/>
                  </a:lnTo>
                  <a:lnTo>
                    <a:pt x="0" y="118338"/>
                  </a:lnTo>
                  <a:lnTo>
                    <a:pt x="0" y="132499"/>
                  </a:lnTo>
                  <a:lnTo>
                    <a:pt x="33172" y="132499"/>
                  </a:lnTo>
                  <a:lnTo>
                    <a:pt x="33172" y="162788"/>
                  </a:lnTo>
                  <a:lnTo>
                    <a:pt x="0" y="162788"/>
                  </a:lnTo>
                  <a:lnTo>
                    <a:pt x="0" y="176949"/>
                  </a:lnTo>
                  <a:lnTo>
                    <a:pt x="33172" y="176949"/>
                  </a:lnTo>
                  <a:lnTo>
                    <a:pt x="33172" y="207238"/>
                  </a:lnTo>
                  <a:lnTo>
                    <a:pt x="0" y="207238"/>
                  </a:lnTo>
                  <a:lnTo>
                    <a:pt x="0" y="221399"/>
                  </a:lnTo>
                  <a:lnTo>
                    <a:pt x="33172" y="221399"/>
                  </a:lnTo>
                  <a:lnTo>
                    <a:pt x="33172" y="251625"/>
                  </a:lnTo>
                  <a:lnTo>
                    <a:pt x="0" y="251625"/>
                  </a:lnTo>
                  <a:lnTo>
                    <a:pt x="0" y="265772"/>
                  </a:lnTo>
                  <a:lnTo>
                    <a:pt x="33172" y="265772"/>
                  </a:lnTo>
                  <a:lnTo>
                    <a:pt x="33172" y="306539"/>
                  </a:lnTo>
                  <a:lnTo>
                    <a:pt x="72199" y="306539"/>
                  </a:lnTo>
                  <a:lnTo>
                    <a:pt x="72199" y="339737"/>
                  </a:lnTo>
                  <a:lnTo>
                    <a:pt x="86347" y="339737"/>
                  </a:lnTo>
                  <a:lnTo>
                    <a:pt x="86347" y="306539"/>
                  </a:lnTo>
                  <a:lnTo>
                    <a:pt x="116547" y="306539"/>
                  </a:lnTo>
                  <a:lnTo>
                    <a:pt x="116547" y="339737"/>
                  </a:lnTo>
                  <a:lnTo>
                    <a:pt x="130683" y="339737"/>
                  </a:lnTo>
                  <a:lnTo>
                    <a:pt x="130683" y="306539"/>
                  </a:lnTo>
                  <a:lnTo>
                    <a:pt x="160959" y="306539"/>
                  </a:lnTo>
                  <a:lnTo>
                    <a:pt x="160959" y="339737"/>
                  </a:lnTo>
                  <a:lnTo>
                    <a:pt x="175107" y="339737"/>
                  </a:lnTo>
                  <a:lnTo>
                    <a:pt x="175107" y="306539"/>
                  </a:lnTo>
                  <a:lnTo>
                    <a:pt x="205371" y="306539"/>
                  </a:lnTo>
                  <a:lnTo>
                    <a:pt x="205371" y="339737"/>
                  </a:lnTo>
                  <a:lnTo>
                    <a:pt x="219519" y="339737"/>
                  </a:lnTo>
                  <a:lnTo>
                    <a:pt x="219519" y="306539"/>
                  </a:lnTo>
                  <a:lnTo>
                    <a:pt x="249783" y="306539"/>
                  </a:lnTo>
                  <a:lnTo>
                    <a:pt x="249783" y="339737"/>
                  </a:lnTo>
                  <a:lnTo>
                    <a:pt x="263931" y="339737"/>
                  </a:lnTo>
                  <a:lnTo>
                    <a:pt x="263931" y="306539"/>
                  </a:lnTo>
                  <a:lnTo>
                    <a:pt x="306285" y="306539"/>
                  </a:lnTo>
                  <a:lnTo>
                    <a:pt x="306285" y="292392"/>
                  </a:lnTo>
                  <a:lnTo>
                    <a:pt x="306285" y="265772"/>
                  </a:lnTo>
                  <a:lnTo>
                    <a:pt x="339458" y="265772"/>
                  </a:lnTo>
                  <a:lnTo>
                    <a:pt x="339458" y="251625"/>
                  </a:lnTo>
                  <a:lnTo>
                    <a:pt x="306285" y="251625"/>
                  </a:lnTo>
                  <a:lnTo>
                    <a:pt x="306285" y="221399"/>
                  </a:lnTo>
                  <a:lnTo>
                    <a:pt x="339458" y="221399"/>
                  </a:lnTo>
                  <a:lnTo>
                    <a:pt x="339458" y="207238"/>
                  </a:lnTo>
                  <a:lnTo>
                    <a:pt x="306285" y="207238"/>
                  </a:lnTo>
                  <a:lnTo>
                    <a:pt x="306285" y="176949"/>
                  </a:lnTo>
                  <a:lnTo>
                    <a:pt x="339458" y="176949"/>
                  </a:lnTo>
                  <a:lnTo>
                    <a:pt x="339458" y="162788"/>
                  </a:lnTo>
                  <a:lnTo>
                    <a:pt x="306285" y="162788"/>
                  </a:lnTo>
                  <a:lnTo>
                    <a:pt x="306285" y="132499"/>
                  </a:lnTo>
                  <a:lnTo>
                    <a:pt x="339458" y="132499"/>
                  </a:lnTo>
                  <a:lnTo>
                    <a:pt x="339458" y="118338"/>
                  </a:lnTo>
                  <a:lnTo>
                    <a:pt x="306285" y="118338"/>
                  </a:lnTo>
                  <a:lnTo>
                    <a:pt x="306285" y="88112"/>
                  </a:lnTo>
                  <a:lnTo>
                    <a:pt x="339458" y="88112"/>
                  </a:lnTo>
                  <a:lnTo>
                    <a:pt x="339458" y="73964"/>
                  </a:lnTo>
                  <a:close/>
                </a:path>
              </a:pathLst>
            </a:custGeom>
            <a:solidFill>
              <a:srgbClr val="D766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157727" y="2087879"/>
              <a:ext cx="1470660" cy="856615"/>
            </a:xfrm>
            <a:custGeom>
              <a:avLst/>
              <a:gdLst/>
              <a:ahLst/>
              <a:cxnLst/>
              <a:rect l="l" t="t" r="r" b="b"/>
              <a:pathLst>
                <a:path w="1470660" h="856614">
                  <a:moveTo>
                    <a:pt x="1470660" y="0"/>
                  </a:moveTo>
                  <a:lnTo>
                    <a:pt x="0" y="0"/>
                  </a:lnTo>
                  <a:lnTo>
                    <a:pt x="0" y="856488"/>
                  </a:lnTo>
                  <a:lnTo>
                    <a:pt x="1470660" y="856488"/>
                  </a:lnTo>
                  <a:lnTo>
                    <a:pt x="1470660" y="0"/>
                  </a:lnTo>
                  <a:close/>
                </a:path>
              </a:pathLst>
            </a:custGeom>
            <a:solidFill>
              <a:srgbClr val="1D8800">
                <a:alpha val="980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399282" y="2106879"/>
            <a:ext cx="637540" cy="148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solidFill>
                  <a:srgbClr val="0096A7"/>
                </a:solidFill>
                <a:latin typeface="Arial"/>
                <a:cs typeface="Arial"/>
              </a:rPr>
              <a:t>Public</a:t>
            </a:r>
            <a:r>
              <a:rPr sz="800" spc="-35" dirty="0">
                <a:solidFill>
                  <a:srgbClr val="0096A7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0096A7"/>
                </a:solidFill>
                <a:latin typeface="Arial"/>
                <a:cs typeface="Arial"/>
              </a:rPr>
              <a:t>subnet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972055" y="566927"/>
            <a:ext cx="2647315" cy="3298190"/>
            <a:chOff x="1972055" y="566927"/>
            <a:chExt cx="2647315" cy="3298190"/>
          </a:xfrm>
        </p:grpSpPr>
        <p:pic>
          <p:nvPicPr>
            <p:cNvPr id="30" name="object 3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48728" y="2114590"/>
              <a:ext cx="157692" cy="190278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1972056" y="566927"/>
              <a:ext cx="939800" cy="2584450"/>
            </a:xfrm>
            <a:custGeom>
              <a:avLst/>
              <a:gdLst/>
              <a:ahLst/>
              <a:cxnLst/>
              <a:rect l="l" t="t" r="r" b="b"/>
              <a:pathLst>
                <a:path w="939800" h="2584450">
                  <a:moveTo>
                    <a:pt x="44450" y="2439035"/>
                  </a:moveTo>
                  <a:lnTo>
                    <a:pt x="31750" y="2439035"/>
                  </a:lnTo>
                  <a:lnTo>
                    <a:pt x="31750" y="2477135"/>
                  </a:lnTo>
                  <a:lnTo>
                    <a:pt x="44450" y="2477135"/>
                  </a:lnTo>
                  <a:lnTo>
                    <a:pt x="44450" y="2439035"/>
                  </a:lnTo>
                  <a:close/>
                </a:path>
                <a:path w="939800" h="2584450">
                  <a:moveTo>
                    <a:pt x="44450" y="2388235"/>
                  </a:moveTo>
                  <a:lnTo>
                    <a:pt x="31750" y="2388235"/>
                  </a:lnTo>
                  <a:lnTo>
                    <a:pt x="31750" y="2426335"/>
                  </a:lnTo>
                  <a:lnTo>
                    <a:pt x="44450" y="2426335"/>
                  </a:lnTo>
                  <a:lnTo>
                    <a:pt x="44450" y="2388235"/>
                  </a:lnTo>
                  <a:close/>
                </a:path>
                <a:path w="939800" h="2584450">
                  <a:moveTo>
                    <a:pt x="44450" y="2337435"/>
                  </a:moveTo>
                  <a:lnTo>
                    <a:pt x="31750" y="2337435"/>
                  </a:lnTo>
                  <a:lnTo>
                    <a:pt x="31750" y="2375535"/>
                  </a:lnTo>
                  <a:lnTo>
                    <a:pt x="44450" y="2375535"/>
                  </a:lnTo>
                  <a:lnTo>
                    <a:pt x="44450" y="2337435"/>
                  </a:lnTo>
                  <a:close/>
                </a:path>
                <a:path w="939800" h="2584450">
                  <a:moveTo>
                    <a:pt x="44450" y="2286635"/>
                  </a:moveTo>
                  <a:lnTo>
                    <a:pt x="31750" y="2286635"/>
                  </a:lnTo>
                  <a:lnTo>
                    <a:pt x="31750" y="2324735"/>
                  </a:lnTo>
                  <a:lnTo>
                    <a:pt x="44450" y="2324735"/>
                  </a:lnTo>
                  <a:lnTo>
                    <a:pt x="44450" y="2286635"/>
                  </a:lnTo>
                  <a:close/>
                </a:path>
                <a:path w="939800" h="2584450">
                  <a:moveTo>
                    <a:pt x="44450" y="2235835"/>
                  </a:moveTo>
                  <a:lnTo>
                    <a:pt x="31750" y="2235835"/>
                  </a:lnTo>
                  <a:lnTo>
                    <a:pt x="31750" y="2273935"/>
                  </a:lnTo>
                  <a:lnTo>
                    <a:pt x="44450" y="2273935"/>
                  </a:lnTo>
                  <a:lnTo>
                    <a:pt x="44450" y="2235835"/>
                  </a:lnTo>
                  <a:close/>
                </a:path>
                <a:path w="939800" h="2584450">
                  <a:moveTo>
                    <a:pt x="44450" y="2185035"/>
                  </a:moveTo>
                  <a:lnTo>
                    <a:pt x="31750" y="2185035"/>
                  </a:lnTo>
                  <a:lnTo>
                    <a:pt x="31750" y="2223135"/>
                  </a:lnTo>
                  <a:lnTo>
                    <a:pt x="44450" y="2223135"/>
                  </a:lnTo>
                  <a:lnTo>
                    <a:pt x="44450" y="2185035"/>
                  </a:lnTo>
                  <a:close/>
                </a:path>
                <a:path w="939800" h="2584450">
                  <a:moveTo>
                    <a:pt x="44450" y="2134235"/>
                  </a:moveTo>
                  <a:lnTo>
                    <a:pt x="31750" y="2134235"/>
                  </a:lnTo>
                  <a:lnTo>
                    <a:pt x="31750" y="2172335"/>
                  </a:lnTo>
                  <a:lnTo>
                    <a:pt x="44450" y="2172335"/>
                  </a:lnTo>
                  <a:lnTo>
                    <a:pt x="44450" y="2134235"/>
                  </a:lnTo>
                  <a:close/>
                </a:path>
                <a:path w="939800" h="2584450">
                  <a:moveTo>
                    <a:pt x="44450" y="2083435"/>
                  </a:moveTo>
                  <a:lnTo>
                    <a:pt x="31750" y="2083435"/>
                  </a:lnTo>
                  <a:lnTo>
                    <a:pt x="31750" y="2121535"/>
                  </a:lnTo>
                  <a:lnTo>
                    <a:pt x="44450" y="2121535"/>
                  </a:lnTo>
                  <a:lnTo>
                    <a:pt x="44450" y="2083435"/>
                  </a:lnTo>
                  <a:close/>
                </a:path>
                <a:path w="939800" h="2584450">
                  <a:moveTo>
                    <a:pt x="44450" y="2032635"/>
                  </a:moveTo>
                  <a:lnTo>
                    <a:pt x="31750" y="2032635"/>
                  </a:lnTo>
                  <a:lnTo>
                    <a:pt x="31750" y="2070735"/>
                  </a:lnTo>
                  <a:lnTo>
                    <a:pt x="44450" y="2070735"/>
                  </a:lnTo>
                  <a:lnTo>
                    <a:pt x="44450" y="2032635"/>
                  </a:lnTo>
                  <a:close/>
                </a:path>
                <a:path w="939800" h="2584450">
                  <a:moveTo>
                    <a:pt x="69469" y="2006854"/>
                  </a:moveTo>
                  <a:lnTo>
                    <a:pt x="34544" y="2006854"/>
                  </a:lnTo>
                  <a:lnTo>
                    <a:pt x="31750" y="2009648"/>
                  </a:lnTo>
                  <a:lnTo>
                    <a:pt x="31750" y="2019935"/>
                  </a:lnTo>
                  <a:lnTo>
                    <a:pt x="44450" y="2019935"/>
                  </a:lnTo>
                  <a:lnTo>
                    <a:pt x="44450" y="2019554"/>
                  </a:lnTo>
                  <a:lnTo>
                    <a:pt x="69469" y="2019554"/>
                  </a:lnTo>
                  <a:lnTo>
                    <a:pt x="69469" y="2013204"/>
                  </a:lnTo>
                  <a:lnTo>
                    <a:pt x="69469" y="2006854"/>
                  </a:lnTo>
                  <a:close/>
                </a:path>
                <a:path w="939800" h="2584450">
                  <a:moveTo>
                    <a:pt x="76200" y="2507869"/>
                  </a:moveTo>
                  <a:lnTo>
                    <a:pt x="44450" y="2507869"/>
                  </a:lnTo>
                  <a:lnTo>
                    <a:pt x="44450" y="2489835"/>
                  </a:lnTo>
                  <a:lnTo>
                    <a:pt x="31750" y="2489835"/>
                  </a:lnTo>
                  <a:lnTo>
                    <a:pt x="31750" y="2507869"/>
                  </a:lnTo>
                  <a:lnTo>
                    <a:pt x="0" y="2507869"/>
                  </a:lnTo>
                  <a:lnTo>
                    <a:pt x="38100" y="2584069"/>
                  </a:lnTo>
                  <a:lnTo>
                    <a:pt x="69850" y="2520569"/>
                  </a:lnTo>
                  <a:lnTo>
                    <a:pt x="76200" y="2507869"/>
                  </a:lnTo>
                  <a:close/>
                </a:path>
                <a:path w="939800" h="2584450">
                  <a:moveTo>
                    <a:pt x="120269" y="2006854"/>
                  </a:moveTo>
                  <a:lnTo>
                    <a:pt x="82169" y="2006854"/>
                  </a:lnTo>
                  <a:lnTo>
                    <a:pt x="82169" y="2019554"/>
                  </a:lnTo>
                  <a:lnTo>
                    <a:pt x="120269" y="2019554"/>
                  </a:lnTo>
                  <a:lnTo>
                    <a:pt x="120269" y="2006854"/>
                  </a:lnTo>
                  <a:close/>
                </a:path>
                <a:path w="939800" h="2584450">
                  <a:moveTo>
                    <a:pt x="171069" y="2006854"/>
                  </a:moveTo>
                  <a:lnTo>
                    <a:pt x="132969" y="2006854"/>
                  </a:lnTo>
                  <a:lnTo>
                    <a:pt x="132969" y="2019554"/>
                  </a:lnTo>
                  <a:lnTo>
                    <a:pt x="171069" y="2019554"/>
                  </a:lnTo>
                  <a:lnTo>
                    <a:pt x="171069" y="2006854"/>
                  </a:lnTo>
                  <a:close/>
                </a:path>
                <a:path w="939800" h="2584450">
                  <a:moveTo>
                    <a:pt x="221869" y="2006854"/>
                  </a:moveTo>
                  <a:lnTo>
                    <a:pt x="183769" y="2006854"/>
                  </a:lnTo>
                  <a:lnTo>
                    <a:pt x="183769" y="2019554"/>
                  </a:lnTo>
                  <a:lnTo>
                    <a:pt x="221869" y="2019554"/>
                  </a:lnTo>
                  <a:lnTo>
                    <a:pt x="221869" y="2006854"/>
                  </a:lnTo>
                  <a:close/>
                </a:path>
                <a:path w="939800" h="2584450">
                  <a:moveTo>
                    <a:pt x="272669" y="2006854"/>
                  </a:moveTo>
                  <a:lnTo>
                    <a:pt x="234569" y="2006854"/>
                  </a:lnTo>
                  <a:lnTo>
                    <a:pt x="234569" y="2019554"/>
                  </a:lnTo>
                  <a:lnTo>
                    <a:pt x="272669" y="2019554"/>
                  </a:lnTo>
                  <a:lnTo>
                    <a:pt x="272669" y="2006854"/>
                  </a:lnTo>
                  <a:close/>
                </a:path>
                <a:path w="939800" h="2584450">
                  <a:moveTo>
                    <a:pt x="323469" y="2006854"/>
                  </a:moveTo>
                  <a:lnTo>
                    <a:pt x="285369" y="2006854"/>
                  </a:lnTo>
                  <a:lnTo>
                    <a:pt x="285369" y="2019554"/>
                  </a:lnTo>
                  <a:lnTo>
                    <a:pt x="323469" y="2019554"/>
                  </a:lnTo>
                  <a:lnTo>
                    <a:pt x="323469" y="2006854"/>
                  </a:lnTo>
                  <a:close/>
                </a:path>
                <a:path w="939800" h="2584450">
                  <a:moveTo>
                    <a:pt x="374269" y="2006854"/>
                  </a:moveTo>
                  <a:lnTo>
                    <a:pt x="336169" y="2006854"/>
                  </a:lnTo>
                  <a:lnTo>
                    <a:pt x="336169" y="2019554"/>
                  </a:lnTo>
                  <a:lnTo>
                    <a:pt x="374269" y="2019554"/>
                  </a:lnTo>
                  <a:lnTo>
                    <a:pt x="374269" y="2006854"/>
                  </a:lnTo>
                  <a:close/>
                </a:path>
                <a:path w="939800" h="2584450">
                  <a:moveTo>
                    <a:pt x="425069" y="2006854"/>
                  </a:moveTo>
                  <a:lnTo>
                    <a:pt x="386969" y="2006854"/>
                  </a:lnTo>
                  <a:lnTo>
                    <a:pt x="386969" y="2019554"/>
                  </a:lnTo>
                  <a:lnTo>
                    <a:pt x="425069" y="2019554"/>
                  </a:lnTo>
                  <a:lnTo>
                    <a:pt x="425069" y="2006854"/>
                  </a:lnTo>
                  <a:close/>
                </a:path>
                <a:path w="939800" h="2584450">
                  <a:moveTo>
                    <a:pt x="475869" y="2006854"/>
                  </a:moveTo>
                  <a:lnTo>
                    <a:pt x="437769" y="2006854"/>
                  </a:lnTo>
                  <a:lnTo>
                    <a:pt x="437769" y="2019554"/>
                  </a:lnTo>
                  <a:lnTo>
                    <a:pt x="475869" y="2019554"/>
                  </a:lnTo>
                  <a:lnTo>
                    <a:pt x="475869" y="2006854"/>
                  </a:lnTo>
                  <a:close/>
                </a:path>
                <a:path w="939800" h="2584450">
                  <a:moveTo>
                    <a:pt x="526669" y="2006854"/>
                  </a:moveTo>
                  <a:lnTo>
                    <a:pt x="488569" y="2006854"/>
                  </a:lnTo>
                  <a:lnTo>
                    <a:pt x="488569" y="2019554"/>
                  </a:lnTo>
                  <a:lnTo>
                    <a:pt x="526669" y="2019554"/>
                  </a:lnTo>
                  <a:lnTo>
                    <a:pt x="526669" y="2006854"/>
                  </a:lnTo>
                  <a:close/>
                </a:path>
                <a:path w="939800" h="2584450">
                  <a:moveTo>
                    <a:pt x="577469" y="2006854"/>
                  </a:moveTo>
                  <a:lnTo>
                    <a:pt x="539369" y="2006854"/>
                  </a:lnTo>
                  <a:lnTo>
                    <a:pt x="539369" y="2019554"/>
                  </a:lnTo>
                  <a:lnTo>
                    <a:pt x="577469" y="2019554"/>
                  </a:lnTo>
                  <a:lnTo>
                    <a:pt x="577469" y="2006854"/>
                  </a:lnTo>
                  <a:close/>
                </a:path>
                <a:path w="939800" h="2584450">
                  <a:moveTo>
                    <a:pt x="628269" y="2006854"/>
                  </a:moveTo>
                  <a:lnTo>
                    <a:pt x="590169" y="2006854"/>
                  </a:lnTo>
                  <a:lnTo>
                    <a:pt x="590169" y="2019554"/>
                  </a:lnTo>
                  <a:lnTo>
                    <a:pt x="628269" y="2019554"/>
                  </a:lnTo>
                  <a:lnTo>
                    <a:pt x="628269" y="2006854"/>
                  </a:lnTo>
                  <a:close/>
                </a:path>
                <a:path w="939800" h="2584450">
                  <a:moveTo>
                    <a:pt x="679069" y="2006854"/>
                  </a:moveTo>
                  <a:lnTo>
                    <a:pt x="640969" y="2006854"/>
                  </a:lnTo>
                  <a:lnTo>
                    <a:pt x="640969" y="2019554"/>
                  </a:lnTo>
                  <a:lnTo>
                    <a:pt x="679069" y="2019554"/>
                  </a:lnTo>
                  <a:lnTo>
                    <a:pt x="679069" y="2006854"/>
                  </a:lnTo>
                  <a:close/>
                </a:path>
                <a:path w="939800" h="2584450">
                  <a:moveTo>
                    <a:pt x="899414" y="863600"/>
                  </a:moveTo>
                  <a:lnTo>
                    <a:pt x="886714" y="863600"/>
                  </a:lnTo>
                  <a:lnTo>
                    <a:pt x="886714" y="901700"/>
                  </a:lnTo>
                  <a:lnTo>
                    <a:pt x="899414" y="901700"/>
                  </a:lnTo>
                  <a:lnTo>
                    <a:pt x="899414" y="863600"/>
                  </a:lnTo>
                  <a:close/>
                </a:path>
                <a:path w="939800" h="2584450">
                  <a:moveTo>
                    <a:pt x="899414" y="812800"/>
                  </a:moveTo>
                  <a:lnTo>
                    <a:pt x="886714" y="812800"/>
                  </a:lnTo>
                  <a:lnTo>
                    <a:pt x="886714" y="850900"/>
                  </a:lnTo>
                  <a:lnTo>
                    <a:pt x="899414" y="850900"/>
                  </a:lnTo>
                  <a:lnTo>
                    <a:pt x="899414" y="812800"/>
                  </a:lnTo>
                  <a:close/>
                </a:path>
                <a:path w="939800" h="2584450">
                  <a:moveTo>
                    <a:pt x="899414" y="762000"/>
                  </a:moveTo>
                  <a:lnTo>
                    <a:pt x="886714" y="762000"/>
                  </a:lnTo>
                  <a:lnTo>
                    <a:pt x="886714" y="800100"/>
                  </a:lnTo>
                  <a:lnTo>
                    <a:pt x="899414" y="800100"/>
                  </a:lnTo>
                  <a:lnTo>
                    <a:pt x="899414" y="762000"/>
                  </a:lnTo>
                  <a:close/>
                </a:path>
                <a:path w="939800" h="2584450">
                  <a:moveTo>
                    <a:pt x="899414" y="711200"/>
                  </a:moveTo>
                  <a:lnTo>
                    <a:pt x="886714" y="711200"/>
                  </a:lnTo>
                  <a:lnTo>
                    <a:pt x="886714" y="749300"/>
                  </a:lnTo>
                  <a:lnTo>
                    <a:pt x="899414" y="749300"/>
                  </a:lnTo>
                  <a:lnTo>
                    <a:pt x="899414" y="711200"/>
                  </a:lnTo>
                  <a:close/>
                </a:path>
                <a:path w="939800" h="2584450">
                  <a:moveTo>
                    <a:pt x="899414" y="660400"/>
                  </a:moveTo>
                  <a:lnTo>
                    <a:pt x="886714" y="660400"/>
                  </a:lnTo>
                  <a:lnTo>
                    <a:pt x="886714" y="698500"/>
                  </a:lnTo>
                  <a:lnTo>
                    <a:pt x="899414" y="698500"/>
                  </a:lnTo>
                  <a:lnTo>
                    <a:pt x="899414" y="660400"/>
                  </a:lnTo>
                  <a:close/>
                </a:path>
                <a:path w="939800" h="2584450">
                  <a:moveTo>
                    <a:pt x="899414" y="609600"/>
                  </a:moveTo>
                  <a:lnTo>
                    <a:pt x="886714" y="609600"/>
                  </a:lnTo>
                  <a:lnTo>
                    <a:pt x="886714" y="647700"/>
                  </a:lnTo>
                  <a:lnTo>
                    <a:pt x="899414" y="647700"/>
                  </a:lnTo>
                  <a:lnTo>
                    <a:pt x="899414" y="609600"/>
                  </a:lnTo>
                  <a:close/>
                </a:path>
                <a:path w="939800" h="2584450">
                  <a:moveTo>
                    <a:pt x="899414" y="558800"/>
                  </a:moveTo>
                  <a:lnTo>
                    <a:pt x="886714" y="558800"/>
                  </a:lnTo>
                  <a:lnTo>
                    <a:pt x="886714" y="596900"/>
                  </a:lnTo>
                  <a:lnTo>
                    <a:pt x="899414" y="596900"/>
                  </a:lnTo>
                  <a:lnTo>
                    <a:pt x="899414" y="558800"/>
                  </a:lnTo>
                  <a:close/>
                </a:path>
                <a:path w="939800" h="2584450">
                  <a:moveTo>
                    <a:pt x="899414" y="508000"/>
                  </a:moveTo>
                  <a:lnTo>
                    <a:pt x="886714" y="508000"/>
                  </a:lnTo>
                  <a:lnTo>
                    <a:pt x="886714" y="546100"/>
                  </a:lnTo>
                  <a:lnTo>
                    <a:pt x="899414" y="546100"/>
                  </a:lnTo>
                  <a:lnTo>
                    <a:pt x="899414" y="508000"/>
                  </a:lnTo>
                  <a:close/>
                </a:path>
                <a:path w="939800" h="2584450">
                  <a:moveTo>
                    <a:pt x="899414" y="457200"/>
                  </a:moveTo>
                  <a:lnTo>
                    <a:pt x="886714" y="457200"/>
                  </a:lnTo>
                  <a:lnTo>
                    <a:pt x="886714" y="495300"/>
                  </a:lnTo>
                  <a:lnTo>
                    <a:pt x="899414" y="495300"/>
                  </a:lnTo>
                  <a:lnTo>
                    <a:pt x="899414" y="457200"/>
                  </a:lnTo>
                  <a:close/>
                </a:path>
                <a:path w="939800" h="2584450">
                  <a:moveTo>
                    <a:pt x="899414" y="406400"/>
                  </a:moveTo>
                  <a:lnTo>
                    <a:pt x="886714" y="406400"/>
                  </a:lnTo>
                  <a:lnTo>
                    <a:pt x="886714" y="444500"/>
                  </a:lnTo>
                  <a:lnTo>
                    <a:pt x="899414" y="444500"/>
                  </a:lnTo>
                  <a:lnTo>
                    <a:pt x="899414" y="406400"/>
                  </a:lnTo>
                  <a:close/>
                </a:path>
                <a:path w="939800" h="2584450">
                  <a:moveTo>
                    <a:pt x="899414" y="355600"/>
                  </a:moveTo>
                  <a:lnTo>
                    <a:pt x="886714" y="355600"/>
                  </a:lnTo>
                  <a:lnTo>
                    <a:pt x="886714" y="393700"/>
                  </a:lnTo>
                  <a:lnTo>
                    <a:pt x="899414" y="393700"/>
                  </a:lnTo>
                  <a:lnTo>
                    <a:pt x="899414" y="355600"/>
                  </a:lnTo>
                  <a:close/>
                </a:path>
                <a:path w="939800" h="2584450">
                  <a:moveTo>
                    <a:pt x="899414" y="304800"/>
                  </a:moveTo>
                  <a:lnTo>
                    <a:pt x="886714" y="304800"/>
                  </a:lnTo>
                  <a:lnTo>
                    <a:pt x="886714" y="342900"/>
                  </a:lnTo>
                  <a:lnTo>
                    <a:pt x="899414" y="342900"/>
                  </a:lnTo>
                  <a:lnTo>
                    <a:pt x="899414" y="304800"/>
                  </a:lnTo>
                  <a:close/>
                </a:path>
                <a:path w="939800" h="2584450">
                  <a:moveTo>
                    <a:pt x="899414" y="254000"/>
                  </a:moveTo>
                  <a:lnTo>
                    <a:pt x="886714" y="254000"/>
                  </a:lnTo>
                  <a:lnTo>
                    <a:pt x="886714" y="292100"/>
                  </a:lnTo>
                  <a:lnTo>
                    <a:pt x="899414" y="292100"/>
                  </a:lnTo>
                  <a:lnTo>
                    <a:pt x="899414" y="254000"/>
                  </a:lnTo>
                  <a:close/>
                </a:path>
                <a:path w="939800" h="2584450">
                  <a:moveTo>
                    <a:pt x="899414" y="203200"/>
                  </a:moveTo>
                  <a:lnTo>
                    <a:pt x="886714" y="203200"/>
                  </a:lnTo>
                  <a:lnTo>
                    <a:pt x="886714" y="241300"/>
                  </a:lnTo>
                  <a:lnTo>
                    <a:pt x="899414" y="241300"/>
                  </a:lnTo>
                  <a:lnTo>
                    <a:pt x="899414" y="203200"/>
                  </a:lnTo>
                  <a:close/>
                </a:path>
                <a:path w="939800" h="2584450">
                  <a:moveTo>
                    <a:pt x="899414" y="152400"/>
                  </a:moveTo>
                  <a:lnTo>
                    <a:pt x="886714" y="152400"/>
                  </a:lnTo>
                  <a:lnTo>
                    <a:pt x="886714" y="190500"/>
                  </a:lnTo>
                  <a:lnTo>
                    <a:pt x="899414" y="190500"/>
                  </a:lnTo>
                  <a:lnTo>
                    <a:pt x="899414" y="152400"/>
                  </a:lnTo>
                  <a:close/>
                </a:path>
                <a:path w="939800" h="2584450">
                  <a:moveTo>
                    <a:pt x="899414" y="101600"/>
                  </a:moveTo>
                  <a:lnTo>
                    <a:pt x="886714" y="101600"/>
                  </a:lnTo>
                  <a:lnTo>
                    <a:pt x="886714" y="139700"/>
                  </a:lnTo>
                  <a:lnTo>
                    <a:pt x="899414" y="139700"/>
                  </a:lnTo>
                  <a:lnTo>
                    <a:pt x="899414" y="101600"/>
                  </a:lnTo>
                  <a:close/>
                </a:path>
                <a:path w="939800" h="2584450">
                  <a:moveTo>
                    <a:pt x="899414" y="50800"/>
                  </a:moveTo>
                  <a:lnTo>
                    <a:pt x="886714" y="50800"/>
                  </a:lnTo>
                  <a:lnTo>
                    <a:pt x="886714" y="88900"/>
                  </a:lnTo>
                  <a:lnTo>
                    <a:pt x="899414" y="88900"/>
                  </a:lnTo>
                  <a:lnTo>
                    <a:pt x="899414" y="50800"/>
                  </a:lnTo>
                  <a:close/>
                </a:path>
                <a:path w="939800" h="2584450">
                  <a:moveTo>
                    <a:pt x="899414" y="0"/>
                  </a:moveTo>
                  <a:lnTo>
                    <a:pt x="886714" y="0"/>
                  </a:lnTo>
                  <a:lnTo>
                    <a:pt x="886714" y="38100"/>
                  </a:lnTo>
                  <a:lnTo>
                    <a:pt x="899414" y="38100"/>
                  </a:lnTo>
                  <a:lnTo>
                    <a:pt x="899414" y="0"/>
                  </a:lnTo>
                  <a:close/>
                </a:path>
                <a:path w="939800" h="2584450">
                  <a:moveTo>
                    <a:pt x="907923" y="1667891"/>
                  </a:moveTo>
                  <a:lnTo>
                    <a:pt x="895223" y="1667891"/>
                  </a:lnTo>
                  <a:lnTo>
                    <a:pt x="895223" y="1705991"/>
                  </a:lnTo>
                  <a:lnTo>
                    <a:pt x="907923" y="1705991"/>
                  </a:lnTo>
                  <a:lnTo>
                    <a:pt x="907923" y="1667891"/>
                  </a:lnTo>
                  <a:close/>
                </a:path>
                <a:path w="939800" h="2584450">
                  <a:moveTo>
                    <a:pt x="907923" y="1617091"/>
                  </a:moveTo>
                  <a:lnTo>
                    <a:pt x="895223" y="1617091"/>
                  </a:lnTo>
                  <a:lnTo>
                    <a:pt x="895223" y="1655191"/>
                  </a:lnTo>
                  <a:lnTo>
                    <a:pt x="907923" y="1655191"/>
                  </a:lnTo>
                  <a:lnTo>
                    <a:pt x="907923" y="1617091"/>
                  </a:lnTo>
                  <a:close/>
                </a:path>
                <a:path w="939800" h="2584450">
                  <a:moveTo>
                    <a:pt x="907923" y="1566291"/>
                  </a:moveTo>
                  <a:lnTo>
                    <a:pt x="895223" y="1566291"/>
                  </a:lnTo>
                  <a:lnTo>
                    <a:pt x="895223" y="1604391"/>
                  </a:lnTo>
                  <a:lnTo>
                    <a:pt x="907923" y="1604391"/>
                  </a:lnTo>
                  <a:lnTo>
                    <a:pt x="907923" y="1566291"/>
                  </a:lnTo>
                  <a:close/>
                </a:path>
                <a:path w="939800" h="2584450">
                  <a:moveTo>
                    <a:pt x="907923" y="1515491"/>
                  </a:moveTo>
                  <a:lnTo>
                    <a:pt x="895223" y="1515491"/>
                  </a:lnTo>
                  <a:lnTo>
                    <a:pt x="895223" y="1553591"/>
                  </a:lnTo>
                  <a:lnTo>
                    <a:pt x="907923" y="1553591"/>
                  </a:lnTo>
                  <a:lnTo>
                    <a:pt x="907923" y="1515491"/>
                  </a:lnTo>
                  <a:close/>
                </a:path>
                <a:path w="939800" h="2584450">
                  <a:moveTo>
                    <a:pt x="907923" y="1464691"/>
                  </a:moveTo>
                  <a:lnTo>
                    <a:pt x="895223" y="1464691"/>
                  </a:lnTo>
                  <a:lnTo>
                    <a:pt x="895223" y="1502791"/>
                  </a:lnTo>
                  <a:lnTo>
                    <a:pt x="907923" y="1502791"/>
                  </a:lnTo>
                  <a:lnTo>
                    <a:pt x="907923" y="1464691"/>
                  </a:lnTo>
                  <a:close/>
                </a:path>
                <a:path w="939800" h="2584450">
                  <a:moveTo>
                    <a:pt x="907923" y="1413891"/>
                  </a:moveTo>
                  <a:lnTo>
                    <a:pt x="895223" y="1413891"/>
                  </a:lnTo>
                  <a:lnTo>
                    <a:pt x="895223" y="1451991"/>
                  </a:lnTo>
                  <a:lnTo>
                    <a:pt x="907923" y="1451991"/>
                  </a:lnTo>
                  <a:lnTo>
                    <a:pt x="907923" y="1413891"/>
                  </a:lnTo>
                  <a:close/>
                </a:path>
                <a:path w="939800" h="2584450">
                  <a:moveTo>
                    <a:pt x="907923" y="1363091"/>
                  </a:moveTo>
                  <a:lnTo>
                    <a:pt x="895223" y="1363091"/>
                  </a:lnTo>
                  <a:lnTo>
                    <a:pt x="895223" y="1401191"/>
                  </a:lnTo>
                  <a:lnTo>
                    <a:pt x="907923" y="1401191"/>
                  </a:lnTo>
                  <a:lnTo>
                    <a:pt x="907923" y="1363091"/>
                  </a:lnTo>
                  <a:close/>
                </a:path>
                <a:path w="939800" h="2584450">
                  <a:moveTo>
                    <a:pt x="907923" y="1312303"/>
                  </a:moveTo>
                  <a:lnTo>
                    <a:pt x="895223" y="1312303"/>
                  </a:lnTo>
                  <a:lnTo>
                    <a:pt x="895223" y="1350391"/>
                  </a:lnTo>
                  <a:lnTo>
                    <a:pt x="907923" y="1350391"/>
                  </a:lnTo>
                  <a:lnTo>
                    <a:pt x="907923" y="1312303"/>
                  </a:lnTo>
                  <a:close/>
                </a:path>
                <a:path w="939800" h="2584450">
                  <a:moveTo>
                    <a:pt x="907923" y="1261503"/>
                  </a:moveTo>
                  <a:lnTo>
                    <a:pt x="895223" y="1261503"/>
                  </a:lnTo>
                  <a:lnTo>
                    <a:pt x="895223" y="1299603"/>
                  </a:lnTo>
                  <a:lnTo>
                    <a:pt x="907923" y="1299603"/>
                  </a:lnTo>
                  <a:lnTo>
                    <a:pt x="907923" y="1261503"/>
                  </a:lnTo>
                  <a:close/>
                </a:path>
                <a:path w="939800" h="2584450">
                  <a:moveTo>
                    <a:pt x="907923" y="1210691"/>
                  </a:moveTo>
                  <a:lnTo>
                    <a:pt x="895223" y="1210691"/>
                  </a:lnTo>
                  <a:lnTo>
                    <a:pt x="895223" y="1248803"/>
                  </a:lnTo>
                  <a:lnTo>
                    <a:pt x="907923" y="1248803"/>
                  </a:lnTo>
                  <a:lnTo>
                    <a:pt x="907923" y="1210691"/>
                  </a:lnTo>
                  <a:close/>
                </a:path>
                <a:path w="939800" h="2584450">
                  <a:moveTo>
                    <a:pt x="907923" y="1159891"/>
                  </a:moveTo>
                  <a:lnTo>
                    <a:pt x="895223" y="1159891"/>
                  </a:lnTo>
                  <a:lnTo>
                    <a:pt x="895223" y="1197991"/>
                  </a:lnTo>
                  <a:lnTo>
                    <a:pt x="907923" y="1197991"/>
                  </a:lnTo>
                  <a:lnTo>
                    <a:pt x="907923" y="1159891"/>
                  </a:lnTo>
                  <a:close/>
                </a:path>
                <a:path w="939800" h="2584450">
                  <a:moveTo>
                    <a:pt x="907923" y="1109091"/>
                  </a:moveTo>
                  <a:lnTo>
                    <a:pt x="895223" y="1109091"/>
                  </a:lnTo>
                  <a:lnTo>
                    <a:pt x="895223" y="1147191"/>
                  </a:lnTo>
                  <a:lnTo>
                    <a:pt x="907923" y="1147191"/>
                  </a:lnTo>
                  <a:lnTo>
                    <a:pt x="907923" y="1109091"/>
                  </a:lnTo>
                  <a:close/>
                </a:path>
                <a:path w="939800" h="2584450">
                  <a:moveTo>
                    <a:pt x="907923" y="1058291"/>
                  </a:moveTo>
                  <a:lnTo>
                    <a:pt x="895223" y="1058291"/>
                  </a:lnTo>
                  <a:lnTo>
                    <a:pt x="895223" y="1096391"/>
                  </a:lnTo>
                  <a:lnTo>
                    <a:pt x="907923" y="1096391"/>
                  </a:lnTo>
                  <a:lnTo>
                    <a:pt x="907923" y="1058291"/>
                  </a:lnTo>
                  <a:close/>
                </a:path>
                <a:path w="939800" h="2584450">
                  <a:moveTo>
                    <a:pt x="907923" y="1007491"/>
                  </a:moveTo>
                  <a:lnTo>
                    <a:pt x="895223" y="1007491"/>
                  </a:lnTo>
                  <a:lnTo>
                    <a:pt x="895223" y="1045591"/>
                  </a:lnTo>
                  <a:lnTo>
                    <a:pt x="907923" y="1045591"/>
                  </a:lnTo>
                  <a:lnTo>
                    <a:pt x="907923" y="1007491"/>
                  </a:lnTo>
                  <a:close/>
                </a:path>
                <a:path w="939800" h="2584450">
                  <a:moveTo>
                    <a:pt x="907923" y="956691"/>
                  </a:moveTo>
                  <a:lnTo>
                    <a:pt x="895223" y="956691"/>
                  </a:lnTo>
                  <a:lnTo>
                    <a:pt x="895223" y="994791"/>
                  </a:lnTo>
                  <a:lnTo>
                    <a:pt x="907923" y="994791"/>
                  </a:lnTo>
                  <a:lnTo>
                    <a:pt x="907923" y="956691"/>
                  </a:lnTo>
                  <a:close/>
                </a:path>
                <a:path w="939800" h="2584450">
                  <a:moveTo>
                    <a:pt x="907923" y="903732"/>
                  </a:moveTo>
                  <a:lnTo>
                    <a:pt x="905129" y="900938"/>
                  </a:lnTo>
                  <a:lnTo>
                    <a:pt x="900176" y="900938"/>
                  </a:lnTo>
                  <a:lnTo>
                    <a:pt x="900176" y="912241"/>
                  </a:lnTo>
                  <a:lnTo>
                    <a:pt x="895223" y="907288"/>
                  </a:lnTo>
                  <a:lnTo>
                    <a:pt x="895223" y="943991"/>
                  </a:lnTo>
                  <a:lnTo>
                    <a:pt x="907923" y="943991"/>
                  </a:lnTo>
                  <a:lnTo>
                    <a:pt x="907923" y="913638"/>
                  </a:lnTo>
                  <a:lnTo>
                    <a:pt x="907923" y="903732"/>
                  </a:lnTo>
                  <a:close/>
                </a:path>
                <a:path w="939800" h="2584450">
                  <a:moveTo>
                    <a:pt x="939673" y="1738249"/>
                  </a:moveTo>
                  <a:lnTo>
                    <a:pt x="907923" y="1738249"/>
                  </a:lnTo>
                  <a:lnTo>
                    <a:pt x="907923" y="1718691"/>
                  </a:lnTo>
                  <a:lnTo>
                    <a:pt x="895223" y="1718691"/>
                  </a:lnTo>
                  <a:lnTo>
                    <a:pt x="895223" y="1738249"/>
                  </a:lnTo>
                  <a:lnTo>
                    <a:pt x="863473" y="1738249"/>
                  </a:lnTo>
                  <a:lnTo>
                    <a:pt x="901573" y="1814449"/>
                  </a:lnTo>
                  <a:lnTo>
                    <a:pt x="933323" y="1750949"/>
                  </a:lnTo>
                  <a:lnTo>
                    <a:pt x="939673" y="17382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166872" y="3026663"/>
              <a:ext cx="1452880" cy="838200"/>
            </a:xfrm>
            <a:custGeom>
              <a:avLst/>
              <a:gdLst/>
              <a:ahLst/>
              <a:cxnLst/>
              <a:rect l="l" t="t" r="r" b="b"/>
              <a:pathLst>
                <a:path w="1452879" h="838200">
                  <a:moveTo>
                    <a:pt x="1452372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1452372" y="838200"/>
                  </a:lnTo>
                  <a:lnTo>
                    <a:pt x="1452372" y="0"/>
                  </a:lnTo>
                  <a:close/>
                </a:path>
              </a:pathLst>
            </a:custGeom>
            <a:solidFill>
              <a:srgbClr val="007BBB">
                <a:alpha val="980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3464433" y="3046222"/>
            <a:ext cx="67881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78909C"/>
                </a:solidFill>
                <a:latin typeface="Arial"/>
                <a:cs typeface="Arial"/>
              </a:rPr>
              <a:t>Private</a:t>
            </a:r>
            <a:r>
              <a:rPr sz="800" spc="-15" dirty="0">
                <a:solidFill>
                  <a:srgbClr val="78909C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78909C"/>
                </a:solidFill>
                <a:latin typeface="Arial"/>
                <a:cs typeface="Arial"/>
              </a:rPr>
              <a:t>subnet</a:t>
            </a:r>
            <a:endParaRPr sz="8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579367" y="3476371"/>
            <a:ext cx="58483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dirty="0">
                <a:latin typeface="Arial"/>
                <a:cs typeface="Arial"/>
              </a:rPr>
              <a:t>Web</a:t>
            </a:r>
            <a:r>
              <a:rPr sz="800" b="1" spc="-15" dirty="0">
                <a:latin typeface="Arial"/>
                <a:cs typeface="Arial"/>
              </a:rPr>
              <a:t> </a:t>
            </a:r>
            <a:r>
              <a:rPr sz="800" b="1" spc="-10" dirty="0">
                <a:latin typeface="Arial"/>
                <a:cs typeface="Arial"/>
              </a:rPr>
              <a:t>Server</a:t>
            </a:r>
            <a:endParaRPr sz="8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3076955" y="2578354"/>
            <a:ext cx="824230" cy="543560"/>
          </a:xfrm>
          <a:custGeom>
            <a:avLst/>
            <a:gdLst/>
            <a:ahLst/>
            <a:cxnLst/>
            <a:rect l="l" t="t" r="r" b="b"/>
            <a:pathLst>
              <a:path w="824229" h="543560">
                <a:moveTo>
                  <a:pt x="38100" y="0"/>
                </a:moveTo>
                <a:lnTo>
                  <a:pt x="0" y="0"/>
                </a:lnTo>
                <a:lnTo>
                  <a:pt x="0" y="12700"/>
                </a:lnTo>
                <a:lnTo>
                  <a:pt x="38100" y="12700"/>
                </a:lnTo>
                <a:lnTo>
                  <a:pt x="38100" y="0"/>
                </a:lnTo>
                <a:close/>
              </a:path>
              <a:path w="824229" h="543560">
                <a:moveTo>
                  <a:pt x="88900" y="0"/>
                </a:moveTo>
                <a:lnTo>
                  <a:pt x="50800" y="0"/>
                </a:lnTo>
                <a:lnTo>
                  <a:pt x="50800" y="12700"/>
                </a:lnTo>
                <a:lnTo>
                  <a:pt x="88900" y="12700"/>
                </a:lnTo>
                <a:lnTo>
                  <a:pt x="88900" y="0"/>
                </a:lnTo>
                <a:close/>
              </a:path>
              <a:path w="824229" h="543560">
                <a:moveTo>
                  <a:pt x="139700" y="0"/>
                </a:moveTo>
                <a:lnTo>
                  <a:pt x="101600" y="0"/>
                </a:lnTo>
                <a:lnTo>
                  <a:pt x="101600" y="12700"/>
                </a:lnTo>
                <a:lnTo>
                  <a:pt x="139700" y="12700"/>
                </a:lnTo>
                <a:lnTo>
                  <a:pt x="139700" y="0"/>
                </a:lnTo>
                <a:close/>
              </a:path>
              <a:path w="824229" h="543560">
                <a:moveTo>
                  <a:pt x="190499" y="0"/>
                </a:moveTo>
                <a:lnTo>
                  <a:pt x="152400" y="0"/>
                </a:lnTo>
                <a:lnTo>
                  <a:pt x="152400" y="12700"/>
                </a:lnTo>
                <a:lnTo>
                  <a:pt x="190499" y="12700"/>
                </a:lnTo>
                <a:lnTo>
                  <a:pt x="190499" y="0"/>
                </a:lnTo>
                <a:close/>
              </a:path>
              <a:path w="824229" h="543560">
                <a:moveTo>
                  <a:pt x="241299" y="0"/>
                </a:moveTo>
                <a:lnTo>
                  <a:pt x="203199" y="0"/>
                </a:lnTo>
                <a:lnTo>
                  <a:pt x="203199" y="12700"/>
                </a:lnTo>
                <a:lnTo>
                  <a:pt x="241299" y="12700"/>
                </a:lnTo>
                <a:lnTo>
                  <a:pt x="241299" y="0"/>
                </a:lnTo>
                <a:close/>
              </a:path>
              <a:path w="824229" h="543560">
                <a:moveTo>
                  <a:pt x="292099" y="0"/>
                </a:moveTo>
                <a:lnTo>
                  <a:pt x="253999" y="0"/>
                </a:lnTo>
                <a:lnTo>
                  <a:pt x="253999" y="12700"/>
                </a:lnTo>
                <a:lnTo>
                  <a:pt x="292099" y="12700"/>
                </a:lnTo>
                <a:lnTo>
                  <a:pt x="292099" y="0"/>
                </a:lnTo>
                <a:close/>
              </a:path>
              <a:path w="824229" h="543560">
                <a:moveTo>
                  <a:pt x="342899" y="0"/>
                </a:moveTo>
                <a:lnTo>
                  <a:pt x="304799" y="0"/>
                </a:lnTo>
                <a:lnTo>
                  <a:pt x="304799" y="12700"/>
                </a:lnTo>
                <a:lnTo>
                  <a:pt x="342899" y="12700"/>
                </a:lnTo>
                <a:lnTo>
                  <a:pt x="342899" y="0"/>
                </a:lnTo>
                <a:close/>
              </a:path>
              <a:path w="824229" h="543560">
                <a:moveTo>
                  <a:pt x="393699" y="0"/>
                </a:moveTo>
                <a:lnTo>
                  <a:pt x="355599" y="0"/>
                </a:lnTo>
                <a:lnTo>
                  <a:pt x="355599" y="12700"/>
                </a:lnTo>
                <a:lnTo>
                  <a:pt x="393699" y="12700"/>
                </a:lnTo>
                <a:lnTo>
                  <a:pt x="393699" y="0"/>
                </a:lnTo>
                <a:close/>
              </a:path>
              <a:path w="824229" h="543560">
                <a:moveTo>
                  <a:pt x="444499" y="0"/>
                </a:moveTo>
                <a:lnTo>
                  <a:pt x="406399" y="0"/>
                </a:lnTo>
                <a:lnTo>
                  <a:pt x="406399" y="12700"/>
                </a:lnTo>
                <a:lnTo>
                  <a:pt x="444499" y="12700"/>
                </a:lnTo>
                <a:lnTo>
                  <a:pt x="444499" y="0"/>
                </a:lnTo>
                <a:close/>
              </a:path>
              <a:path w="824229" h="543560">
                <a:moveTo>
                  <a:pt x="495299" y="0"/>
                </a:moveTo>
                <a:lnTo>
                  <a:pt x="457199" y="0"/>
                </a:lnTo>
                <a:lnTo>
                  <a:pt x="457199" y="12700"/>
                </a:lnTo>
                <a:lnTo>
                  <a:pt x="495299" y="12700"/>
                </a:lnTo>
                <a:lnTo>
                  <a:pt x="495299" y="0"/>
                </a:lnTo>
                <a:close/>
              </a:path>
              <a:path w="824229" h="543560">
                <a:moveTo>
                  <a:pt x="546099" y="0"/>
                </a:moveTo>
                <a:lnTo>
                  <a:pt x="507999" y="0"/>
                </a:lnTo>
                <a:lnTo>
                  <a:pt x="507999" y="12700"/>
                </a:lnTo>
                <a:lnTo>
                  <a:pt x="546099" y="12700"/>
                </a:lnTo>
                <a:lnTo>
                  <a:pt x="546099" y="0"/>
                </a:lnTo>
                <a:close/>
              </a:path>
              <a:path w="824229" h="543560">
                <a:moveTo>
                  <a:pt x="596899" y="0"/>
                </a:moveTo>
                <a:lnTo>
                  <a:pt x="558799" y="0"/>
                </a:lnTo>
                <a:lnTo>
                  <a:pt x="558799" y="12700"/>
                </a:lnTo>
                <a:lnTo>
                  <a:pt x="596899" y="12700"/>
                </a:lnTo>
                <a:lnTo>
                  <a:pt x="596899" y="0"/>
                </a:lnTo>
                <a:close/>
              </a:path>
              <a:path w="824229" h="543560">
                <a:moveTo>
                  <a:pt x="647699" y="0"/>
                </a:moveTo>
                <a:lnTo>
                  <a:pt x="609599" y="0"/>
                </a:lnTo>
                <a:lnTo>
                  <a:pt x="609599" y="12700"/>
                </a:lnTo>
                <a:lnTo>
                  <a:pt x="647699" y="12700"/>
                </a:lnTo>
                <a:lnTo>
                  <a:pt x="647699" y="0"/>
                </a:lnTo>
                <a:close/>
              </a:path>
              <a:path w="824229" h="543560">
                <a:moveTo>
                  <a:pt x="698499" y="0"/>
                </a:moveTo>
                <a:lnTo>
                  <a:pt x="660399" y="0"/>
                </a:lnTo>
                <a:lnTo>
                  <a:pt x="660399" y="12700"/>
                </a:lnTo>
                <a:lnTo>
                  <a:pt x="698499" y="12700"/>
                </a:lnTo>
                <a:lnTo>
                  <a:pt x="698499" y="0"/>
                </a:lnTo>
                <a:close/>
              </a:path>
              <a:path w="824229" h="543560">
                <a:moveTo>
                  <a:pt x="749299" y="0"/>
                </a:moveTo>
                <a:lnTo>
                  <a:pt x="711199" y="0"/>
                </a:lnTo>
                <a:lnTo>
                  <a:pt x="711199" y="12700"/>
                </a:lnTo>
                <a:lnTo>
                  <a:pt x="749299" y="12700"/>
                </a:lnTo>
                <a:lnTo>
                  <a:pt x="749299" y="0"/>
                </a:lnTo>
                <a:close/>
              </a:path>
              <a:path w="824229" h="543560">
                <a:moveTo>
                  <a:pt x="779398" y="6350"/>
                </a:moveTo>
                <a:lnTo>
                  <a:pt x="779398" y="20700"/>
                </a:lnTo>
                <a:lnTo>
                  <a:pt x="792098" y="20700"/>
                </a:lnTo>
                <a:lnTo>
                  <a:pt x="792098" y="12700"/>
                </a:lnTo>
                <a:lnTo>
                  <a:pt x="785748" y="12700"/>
                </a:lnTo>
                <a:lnTo>
                  <a:pt x="779398" y="6350"/>
                </a:lnTo>
                <a:close/>
              </a:path>
              <a:path w="824229" h="543560">
                <a:moveTo>
                  <a:pt x="789178" y="0"/>
                </a:moveTo>
                <a:lnTo>
                  <a:pt x="761999" y="0"/>
                </a:lnTo>
                <a:lnTo>
                  <a:pt x="761999" y="12700"/>
                </a:lnTo>
                <a:lnTo>
                  <a:pt x="779398" y="12700"/>
                </a:lnTo>
                <a:lnTo>
                  <a:pt x="779398" y="6350"/>
                </a:lnTo>
                <a:lnTo>
                  <a:pt x="792098" y="6350"/>
                </a:lnTo>
                <a:lnTo>
                  <a:pt x="792098" y="2793"/>
                </a:lnTo>
                <a:lnTo>
                  <a:pt x="789178" y="0"/>
                </a:lnTo>
                <a:close/>
              </a:path>
              <a:path w="824229" h="543560">
                <a:moveTo>
                  <a:pt x="792098" y="6350"/>
                </a:moveTo>
                <a:lnTo>
                  <a:pt x="779398" y="6350"/>
                </a:lnTo>
                <a:lnTo>
                  <a:pt x="785748" y="12700"/>
                </a:lnTo>
                <a:lnTo>
                  <a:pt x="792098" y="12700"/>
                </a:lnTo>
                <a:lnTo>
                  <a:pt x="792098" y="6350"/>
                </a:lnTo>
                <a:close/>
              </a:path>
              <a:path w="824229" h="543560">
                <a:moveTo>
                  <a:pt x="792098" y="33400"/>
                </a:moveTo>
                <a:lnTo>
                  <a:pt x="779398" y="33400"/>
                </a:lnTo>
                <a:lnTo>
                  <a:pt x="779398" y="71500"/>
                </a:lnTo>
                <a:lnTo>
                  <a:pt x="792098" y="71500"/>
                </a:lnTo>
                <a:lnTo>
                  <a:pt x="792098" y="33400"/>
                </a:lnTo>
                <a:close/>
              </a:path>
              <a:path w="824229" h="543560">
                <a:moveTo>
                  <a:pt x="792098" y="84200"/>
                </a:moveTo>
                <a:lnTo>
                  <a:pt x="779398" y="84200"/>
                </a:lnTo>
                <a:lnTo>
                  <a:pt x="779398" y="122300"/>
                </a:lnTo>
                <a:lnTo>
                  <a:pt x="792098" y="122300"/>
                </a:lnTo>
                <a:lnTo>
                  <a:pt x="792098" y="84200"/>
                </a:lnTo>
                <a:close/>
              </a:path>
              <a:path w="824229" h="543560">
                <a:moveTo>
                  <a:pt x="792098" y="135000"/>
                </a:moveTo>
                <a:lnTo>
                  <a:pt x="779398" y="135000"/>
                </a:lnTo>
                <a:lnTo>
                  <a:pt x="779398" y="173100"/>
                </a:lnTo>
                <a:lnTo>
                  <a:pt x="792098" y="173100"/>
                </a:lnTo>
                <a:lnTo>
                  <a:pt x="792098" y="135000"/>
                </a:lnTo>
                <a:close/>
              </a:path>
              <a:path w="824229" h="543560">
                <a:moveTo>
                  <a:pt x="792098" y="185800"/>
                </a:moveTo>
                <a:lnTo>
                  <a:pt x="779398" y="185800"/>
                </a:lnTo>
                <a:lnTo>
                  <a:pt x="779398" y="223900"/>
                </a:lnTo>
                <a:lnTo>
                  <a:pt x="792098" y="223900"/>
                </a:lnTo>
                <a:lnTo>
                  <a:pt x="792098" y="185800"/>
                </a:lnTo>
                <a:close/>
              </a:path>
              <a:path w="824229" h="543560">
                <a:moveTo>
                  <a:pt x="792098" y="236600"/>
                </a:moveTo>
                <a:lnTo>
                  <a:pt x="779398" y="236600"/>
                </a:lnTo>
                <a:lnTo>
                  <a:pt x="779398" y="274700"/>
                </a:lnTo>
                <a:lnTo>
                  <a:pt x="792098" y="274700"/>
                </a:lnTo>
                <a:lnTo>
                  <a:pt x="792098" y="236600"/>
                </a:lnTo>
                <a:close/>
              </a:path>
              <a:path w="824229" h="543560">
                <a:moveTo>
                  <a:pt x="792098" y="287400"/>
                </a:moveTo>
                <a:lnTo>
                  <a:pt x="779398" y="287400"/>
                </a:lnTo>
                <a:lnTo>
                  <a:pt x="779398" y="325500"/>
                </a:lnTo>
                <a:lnTo>
                  <a:pt x="792098" y="325500"/>
                </a:lnTo>
                <a:lnTo>
                  <a:pt x="792098" y="287400"/>
                </a:lnTo>
                <a:close/>
              </a:path>
              <a:path w="824229" h="543560">
                <a:moveTo>
                  <a:pt x="792098" y="338200"/>
                </a:moveTo>
                <a:lnTo>
                  <a:pt x="779398" y="338200"/>
                </a:lnTo>
                <a:lnTo>
                  <a:pt x="779398" y="376300"/>
                </a:lnTo>
                <a:lnTo>
                  <a:pt x="792098" y="376300"/>
                </a:lnTo>
                <a:lnTo>
                  <a:pt x="792098" y="338200"/>
                </a:lnTo>
                <a:close/>
              </a:path>
              <a:path w="824229" h="543560">
                <a:moveTo>
                  <a:pt x="792098" y="389000"/>
                </a:moveTo>
                <a:lnTo>
                  <a:pt x="779398" y="389000"/>
                </a:lnTo>
                <a:lnTo>
                  <a:pt x="779398" y="427100"/>
                </a:lnTo>
                <a:lnTo>
                  <a:pt x="792098" y="427100"/>
                </a:lnTo>
                <a:lnTo>
                  <a:pt x="792098" y="389000"/>
                </a:lnTo>
                <a:close/>
              </a:path>
              <a:path w="824229" h="543560">
                <a:moveTo>
                  <a:pt x="779398" y="467232"/>
                </a:moveTo>
                <a:lnTo>
                  <a:pt x="747648" y="467232"/>
                </a:lnTo>
                <a:lnTo>
                  <a:pt x="785748" y="543432"/>
                </a:lnTo>
                <a:lnTo>
                  <a:pt x="818514" y="477900"/>
                </a:lnTo>
                <a:lnTo>
                  <a:pt x="779398" y="477900"/>
                </a:lnTo>
                <a:lnTo>
                  <a:pt x="779398" y="467232"/>
                </a:lnTo>
                <a:close/>
              </a:path>
              <a:path w="824229" h="543560">
                <a:moveTo>
                  <a:pt x="792098" y="439800"/>
                </a:moveTo>
                <a:lnTo>
                  <a:pt x="779398" y="439800"/>
                </a:lnTo>
                <a:lnTo>
                  <a:pt x="779398" y="477900"/>
                </a:lnTo>
                <a:lnTo>
                  <a:pt x="792098" y="477900"/>
                </a:lnTo>
                <a:lnTo>
                  <a:pt x="792098" y="439800"/>
                </a:lnTo>
                <a:close/>
              </a:path>
              <a:path w="824229" h="543560">
                <a:moveTo>
                  <a:pt x="823848" y="467232"/>
                </a:moveTo>
                <a:lnTo>
                  <a:pt x="792098" y="467232"/>
                </a:lnTo>
                <a:lnTo>
                  <a:pt x="792098" y="477900"/>
                </a:lnTo>
                <a:lnTo>
                  <a:pt x="818514" y="477900"/>
                </a:lnTo>
                <a:lnTo>
                  <a:pt x="823848" y="4672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2771648" y="2835402"/>
            <a:ext cx="21844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25" dirty="0">
                <a:latin typeface="Arial"/>
                <a:cs typeface="Arial"/>
              </a:rPr>
              <a:t>ALB</a:t>
            </a:r>
            <a:endParaRPr sz="800">
              <a:latin typeface="Arial"/>
              <a:cs typeface="Arial"/>
            </a:endParaRPr>
          </a:p>
        </p:txBody>
      </p:sp>
      <p:pic>
        <p:nvPicPr>
          <p:cNvPr id="37" name="object 3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653283" y="2386583"/>
            <a:ext cx="455675" cy="455675"/>
          </a:xfrm>
          <a:prstGeom prst="rect">
            <a:avLst/>
          </a:prstGeom>
        </p:spPr>
      </p:pic>
      <p:sp>
        <p:nvSpPr>
          <p:cNvPr id="38" name="object 38"/>
          <p:cNvSpPr txBox="1"/>
          <p:nvPr/>
        </p:nvSpPr>
        <p:spPr>
          <a:xfrm>
            <a:off x="1320164" y="2777744"/>
            <a:ext cx="59245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latin typeface="Arial"/>
                <a:cs typeface="Arial"/>
              </a:rPr>
              <a:t>10.10.0.0/24</a:t>
            </a:r>
            <a:endParaRPr sz="8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828669" y="2759710"/>
            <a:ext cx="59245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latin typeface="Arial"/>
                <a:cs typeface="Arial"/>
              </a:rPr>
              <a:t>10.10.1.0/24</a:t>
            </a:r>
            <a:endParaRPr sz="8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280922" y="3426942"/>
            <a:ext cx="1024890" cy="40767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452120">
              <a:lnSpc>
                <a:spcPct val="100000"/>
              </a:lnSpc>
              <a:spcBef>
                <a:spcPts val="645"/>
              </a:spcBef>
            </a:pPr>
            <a:r>
              <a:rPr sz="800" b="1" dirty="0">
                <a:latin typeface="Arial"/>
                <a:cs typeface="Arial"/>
              </a:rPr>
              <a:t>Web</a:t>
            </a:r>
            <a:r>
              <a:rPr sz="800" b="1" spc="-15" dirty="0">
                <a:latin typeface="Arial"/>
                <a:cs typeface="Arial"/>
              </a:rPr>
              <a:t> </a:t>
            </a:r>
            <a:r>
              <a:rPr sz="800" b="1" spc="-10" dirty="0">
                <a:latin typeface="Arial"/>
                <a:cs typeface="Arial"/>
              </a:rPr>
              <a:t>Server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800" spc="-10" dirty="0">
                <a:latin typeface="Arial"/>
                <a:cs typeface="Arial"/>
              </a:rPr>
              <a:t>10.10.13.0/24</a:t>
            </a:r>
            <a:endParaRPr sz="8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846703" y="3725036"/>
            <a:ext cx="64897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latin typeface="Arial"/>
                <a:cs typeface="Arial"/>
              </a:rPr>
              <a:t>10.10.14.0/24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1028862" y="314103"/>
            <a:ext cx="1612900" cy="363220"/>
            <a:chOff x="1028862" y="314103"/>
            <a:chExt cx="1612900" cy="363220"/>
          </a:xfrm>
        </p:grpSpPr>
        <p:sp>
          <p:nvSpPr>
            <p:cNvPr id="43" name="object 43"/>
            <p:cNvSpPr/>
            <p:nvPr/>
          </p:nvSpPr>
          <p:spPr>
            <a:xfrm>
              <a:off x="1028862" y="314103"/>
              <a:ext cx="362585" cy="363220"/>
            </a:xfrm>
            <a:custGeom>
              <a:avLst/>
              <a:gdLst/>
              <a:ahLst/>
              <a:cxnLst/>
              <a:rect l="l" t="t" r="r" b="b"/>
              <a:pathLst>
                <a:path w="362584" h="363220">
                  <a:moveTo>
                    <a:pt x="362443" y="0"/>
                  </a:moveTo>
                  <a:lnTo>
                    <a:pt x="0" y="0"/>
                  </a:lnTo>
                  <a:lnTo>
                    <a:pt x="0" y="362757"/>
                  </a:lnTo>
                  <a:lnTo>
                    <a:pt x="362443" y="362757"/>
                  </a:lnTo>
                  <a:lnTo>
                    <a:pt x="362443" y="0"/>
                  </a:lnTo>
                  <a:close/>
                </a:path>
              </a:pathLst>
            </a:custGeom>
            <a:solidFill>
              <a:srgbClr val="8B4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083227" y="368447"/>
              <a:ext cx="254000" cy="254000"/>
            </a:xfrm>
            <a:custGeom>
              <a:avLst/>
              <a:gdLst/>
              <a:ahLst/>
              <a:cxnLst/>
              <a:rect l="l" t="t" r="r" b="b"/>
              <a:pathLst>
                <a:path w="254000" h="254000">
                  <a:moveTo>
                    <a:pt x="45928" y="2539"/>
                  </a:moveTo>
                  <a:lnTo>
                    <a:pt x="43236" y="2539"/>
                  </a:lnTo>
                  <a:lnTo>
                    <a:pt x="41994" y="3809"/>
                  </a:lnTo>
                  <a:lnTo>
                    <a:pt x="41197" y="5079"/>
                  </a:lnTo>
                  <a:lnTo>
                    <a:pt x="32617" y="16509"/>
                  </a:lnTo>
                  <a:lnTo>
                    <a:pt x="20354" y="30479"/>
                  </a:lnTo>
                  <a:lnTo>
                    <a:pt x="9312" y="44449"/>
                  </a:lnTo>
                  <a:lnTo>
                    <a:pt x="3624" y="52069"/>
                  </a:lnTo>
                  <a:lnTo>
                    <a:pt x="3503" y="54609"/>
                  </a:lnTo>
                  <a:lnTo>
                    <a:pt x="4096" y="55879"/>
                  </a:lnTo>
                  <a:lnTo>
                    <a:pt x="5028" y="57149"/>
                  </a:lnTo>
                  <a:lnTo>
                    <a:pt x="8053" y="59689"/>
                  </a:lnTo>
                  <a:lnTo>
                    <a:pt x="14520" y="67309"/>
                  </a:lnTo>
                  <a:lnTo>
                    <a:pt x="20951" y="80009"/>
                  </a:lnTo>
                  <a:lnTo>
                    <a:pt x="23868" y="96519"/>
                  </a:lnTo>
                  <a:lnTo>
                    <a:pt x="23026" y="104139"/>
                  </a:lnTo>
                  <a:lnTo>
                    <a:pt x="20754" y="111759"/>
                  </a:lnTo>
                  <a:lnTo>
                    <a:pt x="17433" y="119379"/>
                  </a:lnTo>
                  <a:lnTo>
                    <a:pt x="13444" y="125729"/>
                  </a:lnTo>
                  <a:lnTo>
                    <a:pt x="8683" y="134619"/>
                  </a:lnTo>
                  <a:lnTo>
                    <a:pt x="4357" y="143509"/>
                  </a:lnTo>
                  <a:lnTo>
                    <a:pt x="1214" y="154939"/>
                  </a:lnTo>
                  <a:lnTo>
                    <a:pt x="0" y="167639"/>
                  </a:lnTo>
                  <a:lnTo>
                    <a:pt x="4527" y="189229"/>
                  </a:lnTo>
                  <a:lnTo>
                    <a:pt x="17604" y="205739"/>
                  </a:lnTo>
                  <a:lnTo>
                    <a:pt x="38474" y="219709"/>
                  </a:lnTo>
                  <a:lnTo>
                    <a:pt x="66383" y="228599"/>
                  </a:lnTo>
                  <a:lnTo>
                    <a:pt x="88566" y="234949"/>
                  </a:lnTo>
                  <a:lnTo>
                    <a:pt x="106877" y="242569"/>
                  </a:lnTo>
                  <a:lnTo>
                    <a:pt x="119370" y="250190"/>
                  </a:lnTo>
                  <a:lnTo>
                    <a:pt x="124095" y="254000"/>
                  </a:lnTo>
                  <a:lnTo>
                    <a:pt x="129615" y="254000"/>
                  </a:lnTo>
                  <a:lnTo>
                    <a:pt x="134332" y="250190"/>
                  </a:lnTo>
                  <a:lnTo>
                    <a:pt x="142647" y="245110"/>
                  </a:lnTo>
                  <a:lnTo>
                    <a:pt x="126855" y="245110"/>
                  </a:lnTo>
                  <a:lnTo>
                    <a:pt x="118266" y="238760"/>
                  </a:lnTo>
                  <a:lnTo>
                    <a:pt x="104904" y="231139"/>
                  </a:lnTo>
                  <a:lnTo>
                    <a:pt x="87799" y="224789"/>
                  </a:lnTo>
                  <a:lnTo>
                    <a:pt x="35709" y="208279"/>
                  </a:lnTo>
                  <a:lnTo>
                    <a:pt x="18018" y="193039"/>
                  </a:lnTo>
                  <a:lnTo>
                    <a:pt x="10579" y="177799"/>
                  </a:lnTo>
                  <a:lnTo>
                    <a:pt x="9061" y="167639"/>
                  </a:lnTo>
                  <a:lnTo>
                    <a:pt x="10125" y="156209"/>
                  </a:lnTo>
                  <a:lnTo>
                    <a:pt x="12917" y="147319"/>
                  </a:lnTo>
                  <a:lnTo>
                    <a:pt x="16836" y="138429"/>
                  </a:lnTo>
                  <a:lnTo>
                    <a:pt x="25516" y="123189"/>
                  </a:lnTo>
                  <a:lnTo>
                    <a:pt x="29252" y="115569"/>
                  </a:lnTo>
                  <a:lnTo>
                    <a:pt x="31914" y="106679"/>
                  </a:lnTo>
                  <a:lnTo>
                    <a:pt x="32929" y="96519"/>
                  </a:lnTo>
                  <a:lnTo>
                    <a:pt x="30862" y="81279"/>
                  </a:lnTo>
                  <a:lnTo>
                    <a:pt x="25847" y="68579"/>
                  </a:lnTo>
                  <a:lnTo>
                    <a:pt x="19666" y="59689"/>
                  </a:lnTo>
                  <a:lnTo>
                    <a:pt x="14101" y="53339"/>
                  </a:lnTo>
                  <a:lnTo>
                    <a:pt x="20591" y="45719"/>
                  </a:lnTo>
                  <a:lnTo>
                    <a:pt x="29106" y="34289"/>
                  </a:lnTo>
                  <a:lnTo>
                    <a:pt x="37923" y="24129"/>
                  </a:lnTo>
                  <a:lnTo>
                    <a:pt x="45320" y="13969"/>
                  </a:lnTo>
                  <a:lnTo>
                    <a:pt x="58974" y="13969"/>
                  </a:lnTo>
                  <a:lnTo>
                    <a:pt x="57080" y="12699"/>
                  </a:lnTo>
                  <a:lnTo>
                    <a:pt x="48163" y="3809"/>
                  </a:lnTo>
                  <a:lnTo>
                    <a:pt x="47242" y="3809"/>
                  </a:lnTo>
                  <a:lnTo>
                    <a:pt x="45928" y="2539"/>
                  </a:lnTo>
                  <a:close/>
                </a:path>
                <a:path w="254000" h="254000">
                  <a:moveTo>
                    <a:pt x="219182" y="13970"/>
                  </a:moveTo>
                  <a:lnTo>
                    <a:pt x="208393" y="13970"/>
                  </a:lnTo>
                  <a:lnTo>
                    <a:pt x="215788" y="24130"/>
                  </a:lnTo>
                  <a:lnTo>
                    <a:pt x="224603" y="34290"/>
                  </a:lnTo>
                  <a:lnTo>
                    <a:pt x="233117" y="45720"/>
                  </a:lnTo>
                  <a:lnTo>
                    <a:pt x="239609" y="53340"/>
                  </a:lnTo>
                  <a:lnTo>
                    <a:pt x="234041" y="59690"/>
                  </a:lnTo>
                  <a:lnTo>
                    <a:pt x="227860" y="68580"/>
                  </a:lnTo>
                  <a:lnTo>
                    <a:pt x="222844" y="81280"/>
                  </a:lnTo>
                  <a:lnTo>
                    <a:pt x="220777" y="96520"/>
                  </a:lnTo>
                  <a:lnTo>
                    <a:pt x="221792" y="106680"/>
                  </a:lnTo>
                  <a:lnTo>
                    <a:pt x="224456" y="115570"/>
                  </a:lnTo>
                  <a:lnTo>
                    <a:pt x="228193" y="123190"/>
                  </a:lnTo>
                  <a:lnTo>
                    <a:pt x="236873" y="138430"/>
                  </a:lnTo>
                  <a:lnTo>
                    <a:pt x="240792" y="147320"/>
                  </a:lnTo>
                  <a:lnTo>
                    <a:pt x="243585" y="156210"/>
                  </a:lnTo>
                  <a:lnTo>
                    <a:pt x="244649" y="167640"/>
                  </a:lnTo>
                  <a:lnTo>
                    <a:pt x="243131" y="177800"/>
                  </a:lnTo>
                  <a:lnTo>
                    <a:pt x="235691" y="193040"/>
                  </a:lnTo>
                  <a:lnTo>
                    <a:pt x="217999" y="208280"/>
                  </a:lnTo>
                  <a:lnTo>
                    <a:pt x="165907" y="224790"/>
                  </a:lnTo>
                  <a:lnTo>
                    <a:pt x="148802" y="231140"/>
                  </a:lnTo>
                  <a:lnTo>
                    <a:pt x="135441" y="238760"/>
                  </a:lnTo>
                  <a:lnTo>
                    <a:pt x="126855" y="245110"/>
                  </a:lnTo>
                  <a:lnTo>
                    <a:pt x="142647" y="245110"/>
                  </a:lnTo>
                  <a:lnTo>
                    <a:pt x="146804" y="242570"/>
                  </a:lnTo>
                  <a:lnTo>
                    <a:pt x="165110" y="234950"/>
                  </a:lnTo>
                  <a:lnTo>
                    <a:pt x="215235" y="219710"/>
                  </a:lnTo>
                  <a:lnTo>
                    <a:pt x="249183" y="189230"/>
                  </a:lnTo>
                  <a:lnTo>
                    <a:pt x="253710" y="167640"/>
                  </a:lnTo>
                  <a:lnTo>
                    <a:pt x="252617" y="156210"/>
                  </a:lnTo>
                  <a:lnTo>
                    <a:pt x="236276" y="119380"/>
                  </a:lnTo>
                  <a:lnTo>
                    <a:pt x="232954" y="111760"/>
                  </a:lnTo>
                  <a:lnTo>
                    <a:pt x="230680" y="104140"/>
                  </a:lnTo>
                  <a:lnTo>
                    <a:pt x="229838" y="96520"/>
                  </a:lnTo>
                  <a:lnTo>
                    <a:pt x="232755" y="80010"/>
                  </a:lnTo>
                  <a:lnTo>
                    <a:pt x="239186" y="67310"/>
                  </a:lnTo>
                  <a:lnTo>
                    <a:pt x="245651" y="59690"/>
                  </a:lnTo>
                  <a:lnTo>
                    <a:pt x="248670" y="57150"/>
                  </a:lnTo>
                  <a:lnTo>
                    <a:pt x="249606" y="55880"/>
                  </a:lnTo>
                  <a:lnTo>
                    <a:pt x="250203" y="54610"/>
                  </a:lnTo>
                  <a:lnTo>
                    <a:pt x="250448" y="53340"/>
                  </a:lnTo>
                  <a:lnTo>
                    <a:pt x="250086" y="52070"/>
                  </a:lnTo>
                  <a:lnTo>
                    <a:pt x="244394" y="44450"/>
                  </a:lnTo>
                  <a:lnTo>
                    <a:pt x="233351" y="30480"/>
                  </a:lnTo>
                  <a:lnTo>
                    <a:pt x="221089" y="16510"/>
                  </a:lnTo>
                  <a:lnTo>
                    <a:pt x="219182" y="13970"/>
                  </a:lnTo>
                  <a:close/>
                </a:path>
                <a:path w="254000" h="254000">
                  <a:moveTo>
                    <a:pt x="49692" y="39369"/>
                  </a:moveTo>
                  <a:lnTo>
                    <a:pt x="47287" y="40639"/>
                  </a:lnTo>
                  <a:lnTo>
                    <a:pt x="37577" y="52069"/>
                  </a:lnTo>
                  <a:lnTo>
                    <a:pt x="37509" y="53339"/>
                  </a:lnTo>
                  <a:lnTo>
                    <a:pt x="37441" y="54609"/>
                  </a:lnTo>
                  <a:lnTo>
                    <a:pt x="38475" y="55879"/>
                  </a:lnTo>
                  <a:lnTo>
                    <a:pt x="43704" y="66039"/>
                  </a:lnTo>
                  <a:lnTo>
                    <a:pt x="47452" y="76199"/>
                  </a:lnTo>
                  <a:lnTo>
                    <a:pt x="49708" y="86359"/>
                  </a:lnTo>
                  <a:lnTo>
                    <a:pt x="50462" y="96519"/>
                  </a:lnTo>
                  <a:lnTo>
                    <a:pt x="49151" y="109219"/>
                  </a:lnTo>
                  <a:lnTo>
                    <a:pt x="45797" y="120649"/>
                  </a:lnTo>
                  <a:lnTo>
                    <a:pt x="41272" y="130809"/>
                  </a:lnTo>
                  <a:lnTo>
                    <a:pt x="32327" y="147319"/>
                  </a:lnTo>
                  <a:lnTo>
                    <a:pt x="29225" y="153669"/>
                  </a:lnTo>
                  <a:lnTo>
                    <a:pt x="27270" y="160019"/>
                  </a:lnTo>
                  <a:lnTo>
                    <a:pt x="26590" y="167639"/>
                  </a:lnTo>
                  <a:lnTo>
                    <a:pt x="32074" y="182879"/>
                  </a:lnTo>
                  <a:lnTo>
                    <a:pt x="44920" y="193039"/>
                  </a:lnTo>
                  <a:lnTo>
                    <a:pt x="59724" y="199389"/>
                  </a:lnTo>
                  <a:lnTo>
                    <a:pt x="71080" y="201929"/>
                  </a:lnTo>
                  <a:lnTo>
                    <a:pt x="87005" y="205739"/>
                  </a:lnTo>
                  <a:lnTo>
                    <a:pt x="101492" y="210819"/>
                  </a:lnTo>
                  <a:lnTo>
                    <a:pt x="114147" y="217169"/>
                  </a:lnTo>
                  <a:lnTo>
                    <a:pt x="124578" y="222250"/>
                  </a:lnTo>
                  <a:lnTo>
                    <a:pt x="129135" y="222250"/>
                  </a:lnTo>
                  <a:lnTo>
                    <a:pt x="139565" y="217170"/>
                  </a:lnTo>
                  <a:lnTo>
                    <a:pt x="147157" y="213360"/>
                  </a:lnTo>
                  <a:lnTo>
                    <a:pt x="126855" y="213360"/>
                  </a:lnTo>
                  <a:lnTo>
                    <a:pt x="116030" y="207009"/>
                  </a:lnTo>
                  <a:lnTo>
                    <a:pt x="103168" y="201929"/>
                  </a:lnTo>
                  <a:lnTo>
                    <a:pt x="88606" y="196849"/>
                  </a:lnTo>
                  <a:lnTo>
                    <a:pt x="72685" y="193039"/>
                  </a:lnTo>
                  <a:lnTo>
                    <a:pt x="51847" y="186689"/>
                  </a:lnTo>
                  <a:lnTo>
                    <a:pt x="40567" y="179069"/>
                  </a:lnTo>
                  <a:lnTo>
                    <a:pt x="35651" y="167639"/>
                  </a:lnTo>
                  <a:lnTo>
                    <a:pt x="35651" y="158749"/>
                  </a:lnTo>
                  <a:lnTo>
                    <a:pt x="38611" y="153669"/>
                  </a:lnTo>
                  <a:lnTo>
                    <a:pt x="44289" y="143509"/>
                  </a:lnTo>
                  <a:lnTo>
                    <a:pt x="49533" y="134619"/>
                  </a:lnTo>
                  <a:lnTo>
                    <a:pt x="54452" y="123189"/>
                  </a:lnTo>
                  <a:lnTo>
                    <a:pt x="58098" y="111759"/>
                  </a:lnTo>
                  <a:lnTo>
                    <a:pt x="59523" y="96519"/>
                  </a:lnTo>
                  <a:lnTo>
                    <a:pt x="58870" y="86359"/>
                  </a:lnTo>
                  <a:lnTo>
                    <a:pt x="58788" y="85089"/>
                  </a:lnTo>
                  <a:lnTo>
                    <a:pt x="56589" y="74929"/>
                  </a:lnTo>
                  <a:lnTo>
                    <a:pt x="52936" y="63499"/>
                  </a:lnTo>
                  <a:lnTo>
                    <a:pt x="47838" y="53339"/>
                  </a:lnTo>
                  <a:lnTo>
                    <a:pt x="50609" y="50799"/>
                  </a:lnTo>
                  <a:lnTo>
                    <a:pt x="119826" y="50799"/>
                  </a:lnTo>
                  <a:lnTo>
                    <a:pt x="122169" y="49529"/>
                  </a:lnTo>
                  <a:lnTo>
                    <a:pt x="77401" y="49529"/>
                  </a:lnTo>
                  <a:lnTo>
                    <a:pt x="68675" y="48259"/>
                  </a:lnTo>
                  <a:lnTo>
                    <a:pt x="51618" y="40639"/>
                  </a:lnTo>
                  <a:lnTo>
                    <a:pt x="49692" y="39369"/>
                  </a:lnTo>
                  <a:close/>
                </a:path>
                <a:path w="254000" h="254000">
                  <a:moveTo>
                    <a:pt x="215142" y="50800"/>
                  </a:moveTo>
                  <a:lnTo>
                    <a:pt x="203100" y="50800"/>
                  </a:lnTo>
                  <a:lnTo>
                    <a:pt x="205868" y="53340"/>
                  </a:lnTo>
                  <a:lnTo>
                    <a:pt x="200770" y="63500"/>
                  </a:lnTo>
                  <a:lnTo>
                    <a:pt x="197117" y="74930"/>
                  </a:lnTo>
                  <a:lnTo>
                    <a:pt x="194918" y="85090"/>
                  </a:lnTo>
                  <a:lnTo>
                    <a:pt x="194183" y="96520"/>
                  </a:lnTo>
                  <a:lnTo>
                    <a:pt x="195608" y="111760"/>
                  </a:lnTo>
                  <a:lnTo>
                    <a:pt x="199255" y="123190"/>
                  </a:lnTo>
                  <a:lnTo>
                    <a:pt x="204177" y="134620"/>
                  </a:lnTo>
                  <a:lnTo>
                    <a:pt x="209428" y="143510"/>
                  </a:lnTo>
                  <a:lnTo>
                    <a:pt x="215099" y="153670"/>
                  </a:lnTo>
                  <a:lnTo>
                    <a:pt x="218055" y="158750"/>
                  </a:lnTo>
                  <a:lnTo>
                    <a:pt x="218055" y="167640"/>
                  </a:lnTo>
                  <a:lnTo>
                    <a:pt x="213139" y="179070"/>
                  </a:lnTo>
                  <a:lnTo>
                    <a:pt x="201861" y="186690"/>
                  </a:lnTo>
                  <a:lnTo>
                    <a:pt x="181029" y="193040"/>
                  </a:lnTo>
                  <a:lnTo>
                    <a:pt x="165104" y="196850"/>
                  </a:lnTo>
                  <a:lnTo>
                    <a:pt x="150541" y="201930"/>
                  </a:lnTo>
                  <a:lnTo>
                    <a:pt x="137679" y="207010"/>
                  </a:lnTo>
                  <a:lnTo>
                    <a:pt x="126855" y="213360"/>
                  </a:lnTo>
                  <a:lnTo>
                    <a:pt x="147157" y="213360"/>
                  </a:lnTo>
                  <a:lnTo>
                    <a:pt x="152218" y="210820"/>
                  </a:lnTo>
                  <a:lnTo>
                    <a:pt x="166702" y="205740"/>
                  </a:lnTo>
                  <a:lnTo>
                    <a:pt x="182626" y="201930"/>
                  </a:lnTo>
                  <a:lnTo>
                    <a:pt x="193981" y="199390"/>
                  </a:lnTo>
                  <a:lnTo>
                    <a:pt x="208786" y="193040"/>
                  </a:lnTo>
                  <a:lnTo>
                    <a:pt x="221632" y="182880"/>
                  </a:lnTo>
                  <a:lnTo>
                    <a:pt x="227116" y="167640"/>
                  </a:lnTo>
                  <a:lnTo>
                    <a:pt x="226549" y="161290"/>
                  </a:lnTo>
                  <a:lnTo>
                    <a:pt x="226436" y="160020"/>
                  </a:lnTo>
                  <a:lnTo>
                    <a:pt x="224481" y="153670"/>
                  </a:lnTo>
                  <a:lnTo>
                    <a:pt x="221379" y="147320"/>
                  </a:lnTo>
                  <a:lnTo>
                    <a:pt x="212434" y="130810"/>
                  </a:lnTo>
                  <a:lnTo>
                    <a:pt x="207909" y="120650"/>
                  </a:lnTo>
                  <a:lnTo>
                    <a:pt x="204555" y="109220"/>
                  </a:lnTo>
                  <a:lnTo>
                    <a:pt x="203244" y="96520"/>
                  </a:lnTo>
                  <a:lnTo>
                    <a:pt x="203999" y="86360"/>
                  </a:lnTo>
                  <a:lnTo>
                    <a:pt x="206257" y="76200"/>
                  </a:lnTo>
                  <a:lnTo>
                    <a:pt x="210006" y="66040"/>
                  </a:lnTo>
                  <a:lnTo>
                    <a:pt x="215234" y="55880"/>
                  </a:lnTo>
                  <a:lnTo>
                    <a:pt x="216265" y="54610"/>
                  </a:lnTo>
                  <a:lnTo>
                    <a:pt x="216199" y="53340"/>
                  </a:lnTo>
                  <a:lnTo>
                    <a:pt x="216133" y="52070"/>
                  </a:lnTo>
                  <a:lnTo>
                    <a:pt x="215142" y="50800"/>
                  </a:lnTo>
                  <a:close/>
                </a:path>
                <a:path w="254000" h="254000">
                  <a:moveTo>
                    <a:pt x="82221" y="151129"/>
                  </a:moveTo>
                  <a:lnTo>
                    <a:pt x="82221" y="158749"/>
                  </a:lnTo>
                  <a:lnTo>
                    <a:pt x="87367" y="161289"/>
                  </a:lnTo>
                  <a:lnTo>
                    <a:pt x="105486" y="161289"/>
                  </a:lnTo>
                  <a:lnTo>
                    <a:pt x="110885" y="160019"/>
                  </a:lnTo>
                  <a:lnTo>
                    <a:pt x="117457" y="154939"/>
                  </a:lnTo>
                  <a:lnTo>
                    <a:pt x="94125" y="154939"/>
                  </a:lnTo>
                  <a:lnTo>
                    <a:pt x="88636" y="153669"/>
                  </a:lnTo>
                  <a:lnTo>
                    <a:pt x="82221" y="151129"/>
                  </a:lnTo>
                  <a:close/>
                </a:path>
                <a:path w="254000" h="254000">
                  <a:moveTo>
                    <a:pt x="132590" y="151130"/>
                  </a:moveTo>
                  <a:lnTo>
                    <a:pt x="132590" y="158750"/>
                  </a:lnTo>
                  <a:lnTo>
                    <a:pt x="137909" y="161290"/>
                  </a:lnTo>
                  <a:lnTo>
                    <a:pt x="155594" y="161290"/>
                  </a:lnTo>
                  <a:lnTo>
                    <a:pt x="161072" y="160020"/>
                  </a:lnTo>
                  <a:lnTo>
                    <a:pt x="167590" y="154940"/>
                  </a:lnTo>
                  <a:lnTo>
                    <a:pt x="144267" y="154940"/>
                  </a:lnTo>
                  <a:lnTo>
                    <a:pt x="138895" y="153670"/>
                  </a:lnTo>
                  <a:lnTo>
                    <a:pt x="132590" y="151130"/>
                  </a:lnTo>
                  <a:close/>
                </a:path>
                <a:path w="254000" h="254000">
                  <a:moveTo>
                    <a:pt x="117624" y="130809"/>
                  </a:moveTo>
                  <a:lnTo>
                    <a:pt x="103228" y="130809"/>
                  </a:lnTo>
                  <a:lnTo>
                    <a:pt x="106811" y="132079"/>
                  </a:lnTo>
                  <a:lnTo>
                    <a:pt x="111206" y="135889"/>
                  </a:lnTo>
                  <a:lnTo>
                    <a:pt x="112308" y="138429"/>
                  </a:lnTo>
                  <a:lnTo>
                    <a:pt x="112308" y="147319"/>
                  </a:lnTo>
                  <a:lnTo>
                    <a:pt x="111134" y="149859"/>
                  </a:lnTo>
                  <a:lnTo>
                    <a:pt x="106456" y="153669"/>
                  </a:lnTo>
                  <a:lnTo>
                    <a:pt x="103088" y="154939"/>
                  </a:lnTo>
                  <a:lnTo>
                    <a:pt x="117457" y="154939"/>
                  </a:lnTo>
                  <a:lnTo>
                    <a:pt x="119100" y="153670"/>
                  </a:lnTo>
                  <a:lnTo>
                    <a:pt x="121146" y="148590"/>
                  </a:lnTo>
                  <a:lnTo>
                    <a:pt x="121146" y="137160"/>
                  </a:lnTo>
                  <a:lnTo>
                    <a:pt x="119383" y="132079"/>
                  </a:lnTo>
                  <a:lnTo>
                    <a:pt x="117624" y="130809"/>
                  </a:lnTo>
                  <a:close/>
                </a:path>
                <a:path w="254000" h="254000">
                  <a:moveTo>
                    <a:pt x="167909" y="132080"/>
                  </a:moveTo>
                  <a:lnTo>
                    <a:pt x="157999" y="132080"/>
                  </a:lnTo>
                  <a:lnTo>
                    <a:pt x="162416" y="135890"/>
                  </a:lnTo>
                  <a:lnTo>
                    <a:pt x="162416" y="147320"/>
                  </a:lnTo>
                  <a:lnTo>
                    <a:pt x="161234" y="149860"/>
                  </a:lnTo>
                  <a:lnTo>
                    <a:pt x="156496" y="153670"/>
                  </a:lnTo>
                  <a:lnTo>
                    <a:pt x="153113" y="154940"/>
                  </a:lnTo>
                  <a:lnTo>
                    <a:pt x="167590" y="154940"/>
                  </a:lnTo>
                  <a:lnTo>
                    <a:pt x="169219" y="153670"/>
                  </a:lnTo>
                  <a:lnTo>
                    <a:pt x="171258" y="148590"/>
                  </a:lnTo>
                  <a:lnTo>
                    <a:pt x="171258" y="138430"/>
                  </a:lnTo>
                  <a:lnTo>
                    <a:pt x="169582" y="133350"/>
                  </a:lnTo>
                  <a:lnTo>
                    <a:pt x="167909" y="132080"/>
                  </a:lnTo>
                  <a:close/>
                </a:path>
                <a:path w="254000" h="254000">
                  <a:moveTo>
                    <a:pt x="168751" y="100330"/>
                  </a:moveTo>
                  <a:lnTo>
                    <a:pt x="133462" y="100330"/>
                  </a:lnTo>
                  <a:lnTo>
                    <a:pt x="133462" y="107950"/>
                  </a:lnTo>
                  <a:lnTo>
                    <a:pt x="159127" y="107950"/>
                  </a:lnTo>
                  <a:lnTo>
                    <a:pt x="140915" y="127000"/>
                  </a:lnTo>
                  <a:lnTo>
                    <a:pt x="140915" y="133350"/>
                  </a:lnTo>
                  <a:lnTo>
                    <a:pt x="143633" y="133350"/>
                  </a:lnTo>
                  <a:lnTo>
                    <a:pt x="146378" y="132080"/>
                  </a:lnTo>
                  <a:lnTo>
                    <a:pt x="167909" y="132080"/>
                  </a:lnTo>
                  <a:lnTo>
                    <a:pt x="162884" y="128270"/>
                  </a:lnTo>
                  <a:lnTo>
                    <a:pt x="158346" y="125730"/>
                  </a:lnTo>
                  <a:lnTo>
                    <a:pt x="150886" y="125730"/>
                  </a:lnTo>
                  <a:lnTo>
                    <a:pt x="168751" y="106680"/>
                  </a:lnTo>
                  <a:lnTo>
                    <a:pt x="168751" y="100330"/>
                  </a:lnTo>
                  <a:close/>
                </a:path>
                <a:path w="254000" h="254000">
                  <a:moveTo>
                    <a:pt x="118115" y="100329"/>
                  </a:moveTo>
                  <a:lnTo>
                    <a:pt x="86469" y="100329"/>
                  </a:lnTo>
                  <a:lnTo>
                    <a:pt x="85058" y="123189"/>
                  </a:lnTo>
                  <a:lnTo>
                    <a:pt x="84979" y="124459"/>
                  </a:lnTo>
                  <a:lnTo>
                    <a:pt x="84901" y="125729"/>
                  </a:lnTo>
                  <a:lnTo>
                    <a:pt x="84823" y="132079"/>
                  </a:lnTo>
                  <a:lnTo>
                    <a:pt x="90199" y="132079"/>
                  </a:lnTo>
                  <a:lnTo>
                    <a:pt x="94677" y="130809"/>
                  </a:lnTo>
                  <a:lnTo>
                    <a:pt x="117624" y="130809"/>
                  </a:lnTo>
                  <a:lnTo>
                    <a:pt x="115864" y="129539"/>
                  </a:lnTo>
                  <a:lnTo>
                    <a:pt x="112334" y="125729"/>
                  </a:lnTo>
                  <a:lnTo>
                    <a:pt x="92623" y="125729"/>
                  </a:lnTo>
                  <a:lnTo>
                    <a:pt x="93671" y="109219"/>
                  </a:lnTo>
                  <a:lnTo>
                    <a:pt x="93752" y="107949"/>
                  </a:lnTo>
                  <a:lnTo>
                    <a:pt x="118115" y="107949"/>
                  </a:lnTo>
                  <a:lnTo>
                    <a:pt x="118115" y="100329"/>
                  </a:lnTo>
                  <a:close/>
                </a:path>
                <a:path w="254000" h="254000">
                  <a:moveTo>
                    <a:pt x="107445" y="124459"/>
                  </a:moveTo>
                  <a:lnTo>
                    <a:pt x="95802" y="124459"/>
                  </a:lnTo>
                  <a:lnTo>
                    <a:pt x="92623" y="125729"/>
                  </a:lnTo>
                  <a:lnTo>
                    <a:pt x="112334" y="125729"/>
                  </a:lnTo>
                  <a:lnTo>
                    <a:pt x="107445" y="124459"/>
                  </a:lnTo>
                  <a:close/>
                </a:path>
                <a:path w="254000" h="254000">
                  <a:moveTo>
                    <a:pt x="119826" y="50799"/>
                  </a:moveTo>
                  <a:lnTo>
                    <a:pt x="50609" y="50799"/>
                  </a:lnTo>
                  <a:lnTo>
                    <a:pt x="59312" y="54609"/>
                  </a:lnTo>
                  <a:lnTo>
                    <a:pt x="68165" y="57149"/>
                  </a:lnTo>
                  <a:lnTo>
                    <a:pt x="86220" y="59689"/>
                  </a:lnTo>
                  <a:lnTo>
                    <a:pt x="97134" y="58419"/>
                  </a:lnTo>
                  <a:lnTo>
                    <a:pt x="107565" y="55879"/>
                  </a:lnTo>
                  <a:lnTo>
                    <a:pt x="117482" y="52069"/>
                  </a:lnTo>
                  <a:lnTo>
                    <a:pt x="119826" y="50799"/>
                  </a:lnTo>
                  <a:close/>
                </a:path>
                <a:path w="254000" h="254000">
                  <a:moveTo>
                    <a:pt x="147380" y="46990"/>
                  </a:moveTo>
                  <a:lnTo>
                    <a:pt x="126855" y="46990"/>
                  </a:lnTo>
                  <a:lnTo>
                    <a:pt x="136225" y="52070"/>
                  </a:lnTo>
                  <a:lnTo>
                    <a:pt x="146141" y="55880"/>
                  </a:lnTo>
                  <a:lnTo>
                    <a:pt x="156572" y="58420"/>
                  </a:lnTo>
                  <a:lnTo>
                    <a:pt x="167486" y="59690"/>
                  </a:lnTo>
                  <a:lnTo>
                    <a:pt x="185545" y="57150"/>
                  </a:lnTo>
                  <a:lnTo>
                    <a:pt x="194399" y="54610"/>
                  </a:lnTo>
                  <a:lnTo>
                    <a:pt x="203100" y="50800"/>
                  </a:lnTo>
                  <a:lnTo>
                    <a:pt x="215142" y="50800"/>
                  </a:lnTo>
                  <a:lnTo>
                    <a:pt x="214151" y="49530"/>
                  </a:lnTo>
                  <a:lnTo>
                    <a:pt x="157129" y="49530"/>
                  </a:lnTo>
                  <a:lnTo>
                    <a:pt x="147380" y="46990"/>
                  </a:lnTo>
                  <a:close/>
                </a:path>
                <a:path w="254000" h="254000">
                  <a:moveTo>
                    <a:pt x="127885" y="36830"/>
                  </a:moveTo>
                  <a:lnTo>
                    <a:pt x="125824" y="36830"/>
                  </a:lnTo>
                  <a:lnTo>
                    <a:pt x="124272" y="38100"/>
                  </a:lnTo>
                  <a:lnTo>
                    <a:pt x="115537" y="43179"/>
                  </a:lnTo>
                  <a:lnTo>
                    <a:pt x="106328" y="46989"/>
                  </a:lnTo>
                  <a:lnTo>
                    <a:pt x="96577" y="49529"/>
                  </a:lnTo>
                  <a:lnTo>
                    <a:pt x="122169" y="49529"/>
                  </a:lnTo>
                  <a:lnTo>
                    <a:pt x="126855" y="46990"/>
                  </a:lnTo>
                  <a:lnTo>
                    <a:pt x="147380" y="46990"/>
                  </a:lnTo>
                  <a:lnTo>
                    <a:pt x="138170" y="43180"/>
                  </a:lnTo>
                  <a:lnTo>
                    <a:pt x="129433" y="38100"/>
                  </a:lnTo>
                  <a:lnTo>
                    <a:pt x="127885" y="36830"/>
                  </a:lnTo>
                  <a:close/>
                </a:path>
                <a:path w="254000" h="254000">
                  <a:moveTo>
                    <a:pt x="204021" y="39370"/>
                  </a:moveTo>
                  <a:lnTo>
                    <a:pt x="202088" y="40640"/>
                  </a:lnTo>
                  <a:lnTo>
                    <a:pt x="185031" y="48260"/>
                  </a:lnTo>
                  <a:lnTo>
                    <a:pt x="176305" y="49530"/>
                  </a:lnTo>
                  <a:lnTo>
                    <a:pt x="214151" y="49530"/>
                  </a:lnTo>
                  <a:lnTo>
                    <a:pt x="210187" y="44450"/>
                  </a:lnTo>
                  <a:lnTo>
                    <a:pt x="206423" y="40640"/>
                  </a:lnTo>
                  <a:lnTo>
                    <a:pt x="204021" y="39370"/>
                  </a:lnTo>
                  <a:close/>
                </a:path>
                <a:path w="254000" h="254000">
                  <a:moveTo>
                    <a:pt x="58974" y="13969"/>
                  </a:moveTo>
                  <a:lnTo>
                    <a:pt x="45320" y="13969"/>
                  </a:lnTo>
                  <a:lnTo>
                    <a:pt x="54925" y="21589"/>
                  </a:lnTo>
                  <a:lnTo>
                    <a:pt x="65079" y="27939"/>
                  </a:lnTo>
                  <a:lnTo>
                    <a:pt x="75578" y="31749"/>
                  </a:lnTo>
                  <a:lnTo>
                    <a:pt x="86220" y="33019"/>
                  </a:lnTo>
                  <a:lnTo>
                    <a:pt x="97551" y="31749"/>
                  </a:lnTo>
                  <a:lnTo>
                    <a:pt x="108004" y="27939"/>
                  </a:lnTo>
                  <a:lnTo>
                    <a:pt x="115780" y="22859"/>
                  </a:lnTo>
                  <a:lnTo>
                    <a:pt x="86220" y="22859"/>
                  </a:lnTo>
                  <a:lnTo>
                    <a:pt x="76341" y="21589"/>
                  </a:lnTo>
                  <a:lnTo>
                    <a:pt x="66550" y="19049"/>
                  </a:lnTo>
                  <a:lnTo>
                    <a:pt x="58974" y="13969"/>
                  </a:lnTo>
                  <a:close/>
                </a:path>
                <a:path w="254000" h="254000">
                  <a:moveTo>
                    <a:pt x="140642" y="12700"/>
                  </a:moveTo>
                  <a:lnTo>
                    <a:pt x="126855" y="12700"/>
                  </a:lnTo>
                  <a:lnTo>
                    <a:pt x="135984" y="21590"/>
                  </a:lnTo>
                  <a:lnTo>
                    <a:pt x="145702" y="27940"/>
                  </a:lnTo>
                  <a:lnTo>
                    <a:pt x="156155" y="31750"/>
                  </a:lnTo>
                  <a:lnTo>
                    <a:pt x="167486" y="33020"/>
                  </a:lnTo>
                  <a:lnTo>
                    <a:pt x="178127" y="31750"/>
                  </a:lnTo>
                  <a:lnTo>
                    <a:pt x="188628" y="27940"/>
                  </a:lnTo>
                  <a:lnTo>
                    <a:pt x="196753" y="22860"/>
                  </a:lnTo>
                  <a:lnTo>
                    <a:pt x="167486" y="22860"/>
                  </a:lnTo>
                  <a:lnTo>
                    <a:pt x="157136" y="21590"/>
                  </a:lnTo>
                  <a:lnTo>
                    <a:pt x="147688" y="17780"/>
                  </a:lnTo>
                  <a:lnTo>
                    <a:pt x="140642" y="12700"/>
                  </a:lnTo>
                  <a:close/>
                </a:path>
                <a:path w="254000" h="254000">
                  <a:moveTo>
                    <a:pt x="128735" y="0"/>
                  </a:moveTo>
                  <a:lnTo>
                    <a:pt x="124975" y="0"/>
                  </a:lnTo>
                  <a:lnTo>
                    <a:pt x="123257" y="2539"/>
                  </a:lnTo>
                  <a:lnTo>
                    <a:pt x="114827" y="11429"/>
                  </a:lnTo>
                  <a:lnTo>
                    <a:pt x="106018" y="17779"/>
                  </a:lnTo>
                  <a:lnTo>
                    <a:pt x="96569" y="21589"/>
                  </a:lnTo>
                  <a:lnTo>
                    <a:pt x="86220" y="22859"/>
                  </a:lnTo>
                  <a:lnTo>
                    <a:pt x="115780" y="22859"/>
                  </a:lnTo>
                  <a:lnTo>
                    <a:pt x="117723" y="21589"/>
                  </a:lnTo>
                  <a:lnTo>
                    <a:pt x="126855" y="12700"/>
                  </a:lnTo>
                  <a:lnTo>
                    <a:pt x="140642" y="12700"/>
                  </a:lnTo>
                  <a:lnTo>
                    <a:pt x="138881" y="11430"/>
                  </a:lnTo>
                  <a:lnTo>
                    <a:pt x="130453" y="2540"/>
                  </a:lnTo>
                  <a:lnTo>
                    <a:pt x="128735" y="0"/>
                  </a:lnTo>
                  <a:close/>
                </a:path>
                <a:path w="254000" h="254000">
                  <a:moveTo>
                    <a:pt x="210477" y="2540"/>
                  </a:moveTo>
                  <a:lnTo>
                    <a:pt x="207770" y="2540"/>
                  </a:lnTo>
                  <a:lnTo>
                    <a:pt x="206468" y="3810"/>
                  </a:lnTo>
                  <a:lnTo>
                    <a:pt x="205543" y="3810"/>
                  </a:lnTo>
                  <a:lnTo>
                    <a:pt x="196626" y="12700"/>
                  </a:lnTo>
                  <a:lnTo>
                    <a:pt x="187156" y="19050"/>
                  </a:lnTo>
                  <a:lnTo>
                    <a:pt x="177365" y="21590"/>
                  </a:lnTo>
                  <a:lnTo>
                    <a:pt x="167486" y="22860"/>
                  </a:lnTo>
                  <a:lnTo>
                    <a:pt x="196753" y="22860"/>
                  </a:lnTo>
                  <a:lnTo>
                    <a:pt x="198784" y="21590"/>
                  </a:lnTo>
                  <a:lnTo>
                    <a:pt x="208393" y="13970"/>
                  </a:lnTo>
                  <a:lnTo>
                    <a:pt x="219182" y="13970"/>
                  </a:lnTo>
                  <a:lnTo>
                    <a:pt x="212509" y="5080"/>
                  </a:lnTo>
                  <a:lnTo>
                    <a:pt x="211712" y="3810"/>
                  </a:lnTo>
                  <a:lnTo>
                    <a:pt x="210477" y="25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466087" y="373507"/>
              <a:ext cx="1175385" cy="76200"/>
            </a:xfrm>
            <a:custGeom>
              <a:avLst/>
              <a:gdLst/>
              <a:ahLst/>
              <a:cxnLst/>
              <a:rect l="l" t="t" r="r" b="b"/>
              <a:pathLst>
                <a:path w="1175385" h="76200">
                  <a:moveTo>
                    <a:pt x="1175385" y="34035"/>
                  </a:moveTo>
                  <a:lnTo>
                    <a:pt x="1124585" y="34035"/>
                  </a:lnTo>
                  <a:lnTo>
                    <a:pt x="1124585" y="46735"/>
                  </a:lnTo>
                  <a:lnTo>
                    <a:pt x="1175385" y="46735"/>
                  </a:lnTo>
                  <a:lnTo>
                    <a:pt x="1175385" y="34035"/>
                  </a:lnTo>
                  <a:close/>
                </a:path>
                <a:path w="1175385" h="76200">
                  <a:moveTo>
                    <a:pt x="1086485" y="33781"/>
                  </a:moveTo>
                  <a:lnTo>
                    <a:pt x="1035685" y="33781"/>
                  </a:lnTo>
                  <a:lnTo>
                    <a:pt x="1035685" y="46481"/>
                  </a:lnTo>
                  <a:lnTo>
                    <a:pt x="1086485" y="46481"/>
                  </a:lnTo>
                  <a:lnTo>
                    <a:pt x="1086485" y="33781"/>
                  </a:lnTo>
                  <a:close/>
                </a:path>
                <a:path w="1175385" h="76200">
                  <a:moveTo>
                    <a:pt x="997585" y="33654"/>
                  </a:moveTo>
                  <a:lnTo>
                    <a:pt x="946785" y="33654"/>
                  </a:lnTo>
                  <a:lnTo>
                    <a:pt x="946785" y="46354"/>
                  </a:lnTo>
                  <a:lnTo>
                    <a:pt x="997585" y="46354"/>
                  </a:lnTo>
                  <a:lnTo>
                    <a:pt x="997585" y="33654"/>
                  </a:lnTo>
                  <a:close/>
                </a:path>
                <a:path w="1175385" h="76200">
                  <a:moveTo>
                    <a:pt x="908685" y="33527"/>
                  </a:moveTo>
                  <a:lnTo>
                    <a:pt x="857885" y="33527"/>
                  </a:lnTo>
                  <a:lnTo>
                    <a:pt x="857885" y="46227"/>
                  </a:lnTo>
                  <a:lnTo>
                    <a:pt x="908685" y="46227"/>
                  </a:lnTo>
                  <a:lnTo>
                    <a:pt x="908685" y="33527"/>
                  </a:lnTo>
                  <a:close/>
                </a:path>
                <a:path w="1175385" h="76200">
                  <a:moveTo>
                    <a:pt x="819785" y="33273"/>
                  </a:moveTo>
                  <a:lnTo>
                    <a:pt x="768985" y="33273"/>
                  </a:lnTo>
                  <a:lnTo>
                    <a:pt x="768985" y="45973"/>
                  </a:lnTo>
                  <a:lnTo>
                    <a:pt x="819785" y="45973"/>
                  </a:lnTo>
                  <a:lnTo>
                    <a:pt x="819785" y="33273"/>
                  </a:lnTo>
                  <a:close/>
                </a:path>
                <a:path w="1175385" h="76200">
                  <a:moveTo>
                    <a:pt x="730885" y="33146"/>
                  </a:moveTo>
                  <a:lnTo>
                    <a:pt x="680085" y="33146"/>
                  </a:lnTo>
                  <a:lnTo>
                    <a:pt x="680085" y="45846"/>
                  </a:lnTo>
                  <a:lnTo>
                    <a:pt x="730885" y="45846"/>
                  </a:lnTo>
                  <a:lnTo>
                    <a:pt x="730885" y="33146"/>
                  </a:lnTo>
                  <a:close/>
                </a:path>
                <a:path w="1175385" h="76200">
                  <a:moveTo>
                    <a:pt x="641985" y="32892"/>
                  </a:moveTo>
                  <a:lnTo>
                    <a:pt x="591185" y="32892"/>
                  </a:lnTo>
                  <a:lnTo>
                    <a:pt x="591185" y="45592"/>
                  </a:lnTo>
                  <a:lnTo>
                    <a:pt x="641985" y="45592"/>
                  </a:lnTo>
                  <a:lnTo>
                    <a:pt x="641985" y="32892"/>
                  </a:lnTo>
                  <a:close/>
                </a:path>
                <a:path w="1175385" h="76200">
                  <a:moveTo>
                    <a:pt x="553085" y="32765"/>
                  </a:moveTo>
                  <a:lnTo>
                    <a:pt x="502285" y="32765"/>
                  </a:lnTo>
                  <a:lnTo>
                    <a:pt x="502285" y="45465"/>
                  </a:lnTo>
                  <a:lnTo>
                    <a:pt x="553085" y="45465"/>
                  </a:lnTo>
                  <a:lnTo>
                    <a:pt x="553085" y="32765"/>
                  </a:lnTo>
                  <a:close/>
                </a:path>
                <a:path w="1175385" h="76200">
                  <a:moveTo>
                    <a:pt x="464185" y="32512"/>
                  </a:moveTo>
                  <a:lnTo>
                    <a:pt x="413385" y="32512"/>
                  </a:lnTo>
                  <a:lnTo>
                    <a:pt x="413385" y="45212"/>
                  </a:lnTo>
                  <a:lnTo>
                    <a:pt x="464185" y="45212"/>
                  </a:lnTo>
                  <a:lnTo>
                    <a:pt x="464185" y="32512"/>
                  </a:lnTo>
                  <a:close/>
                </a:path>
                <a:path w="1175385" h="76200">
                  <a:moveTo>
                    <a:pt x="375285" y="32384"/>
                  </a:moveTo>
                  <a:lnTo>
                    <a:pt x="324485" y="32384"/>
                  </a:lnTo>
                  <a:lnTo>
                    <a:pt x="324485" y="45084"/>
                  </a:lnTo>
                  <a:lnTo>
                    <a:pt x="375285" y="45084"/>
                  </a:lnTo>
                  <a:lnTo>
                    <a:pt x="375285" y="32384"/>
                  </a:lnTo>
                  <a:close/>
                </a:path>
                <a:path w="1175385" h="76200">
                  <a:moveTo>
                    <a:pt x="286385" y="32257"/>
                  </a:moveTo>
                  <a:lnTo>
                    <a:pt x="235585" y="32257"/>
                  </a:lnTo>
                  <a:lnTo>
                    <a:pt x="235585" y="44957"/>
                  </a:lnTo>
                  <a:lnTo>
                    <a:pt x="286385" y="44957"/>
                  </a:lnTo>
                  <a:lnTo>
                    <a:pt x="286385" y="32257"/>
                  </a:lnTo>
                  <a:close/>
                </a:path>
                <a:path w="1175385" h="76200">
                  <a:moveTo>
                    <a:pt x="197485" y="32003"/>
                  </a:moveTo>
                  <a:lnTo>
                    <a:pt x="146684" y="32003"/>
                  </a:lnTo>
                  <a:lnTo>
                    <a:pt x="146684" y="44703"/>
                  </a:lnTo>
                  <a:lnTo>
                    <a:pt x="197485" y="44703"/>
                  </a:lnTo>
                  <a:lnTo>
                    <a:pt x="197485" y="32003"/>
                  </a:lnTo>
                  <a:close/>
                </a:path>
                <a:path w="1175385" h="76200">
                  <a:moveTo>
                    <a:pt x="76327" y="0"/>
                  </a:moveTo>
                  <a:lnTo>
                    <a:pt x="0" y="37972"/>
                  </a:lnTo>
                  <a:lnTo>
                    <a:pt x="76073" y="76200"/>
                  </a:lnTo>
                  <a:lnTo>
                    <a:pt x="76178" y="44576"/>
                  </a:lnTo>
                  <a:lnTo>
                    <a:pt x="63500" y="44576"/>
                  </a:lnTo>
                  <a:lnTo>
                    <a:pt x="63500" y="31876"/>
                  </a:lnTo>
                  <a:lnTo>
                    <a:pt x="76220" y="31876"/>
                  </a:lnTo>
                  <a:lnTo>
                    <a:pt x="76327" y="0"/>
                  </a:lnTo>
                  <a:close/>
                </a:path>
                <a:path w="1175385" h="76200">
                  <a:moveTo>
                    <a:pt x="76220" y="31876"/>
                  </a:moveTo>
                  <a:lnTo>
                    <a:pt x="63500" y="31876"/>
                  </a:lnTo>
                  <a:lnTo>
                    <a:pt x="63500" y="44576"/>
                  </a:lnTo>
                  <a:lnTo>
                    <a:pt x="76178" y="44576"/>
                  </a:lnTo>
                  <a:lnTo>
                    <a:pt x="76220" y="31876"/>
                  </a:lnTo>
                  <a:close/>
                </a:path>
                <a:path w="1175385" h="76200">
                  <a:moveTo>
                    <a:pt x="108584" y="31876"/>
                  </a:moveTo>
                  <a:lnTo>
                    <a:pt x="76220" y="31876"/>
                  </a:lnTo>
                  <a:lnTo>
                    <a:pt x="76178" y="44576"/>
                  </a:lnTo>
                  <a:lnTo>
                    <a:pt x="108584" y="44576"/>
                  </a:lnTo>
                  <a:lnTo>
                    <a:pt x="108584" y="31876"/>
                  </a:lnTo>
                  <a:close/>
                </a:path>
              </a:pathLst>
            </a:custGeom>
            <a:solidFill>
              <a:srgbClr val="FDA8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225653" y="353059"/>
            <a:ext cx="719455" cy="269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8580" marR="5080" indent="-56515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latin typeface="Arial"/>
                <a:cs typeface="Arial"/>
              </a:rPr>
              <a:t>Route53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Public </a:t>
            </a:r>
            <a:r>
              <a:rPr sz="800" dirty="0">
                <a:latin typeface="Arial"/>
                <a:cs typeface="Arial"/>
              </a:rPr>
              <a:t>Hosted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Zone</a:t>
            </a:r>
            <a:endParaRPr sz="8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789557" y="240919"/>
            <a:ext cx="62484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Arial"/>
                <a:cs typeface="Arial"/>
              </a:rPr>
              <a:t>yourdomain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1479803" y="228156"/>
            <a:ext cx="1516380" cy="357505"/>
            <a:chOff x="1479803" y="228156"/>
            <a:chExt cx="1516380" cy="357505"/>
          </a:xfrm>
        </p:grpSpPr>
        <p:sp>
          <p:nvSpPr>
            <p:cNvPr id="49" name="object 49"/>
            <p:cNvSpPr/>
            <p:nvPr/>
          </p:nvSpPr>
          <p:spPr>
            <a:xfrm>
              <a:off x="1479803" y="509015"/>
              <a:ext cx="1210310" cy="76200"/>
            </a:xfrm>
            <a:custGeom>
              <a:avLst/>
              <a:gdLst/>
              <a:ahLst/>
              <a:cxnLst/>
              <a:rect l="l" t="t" r="r" b="b"/>
              <a:pathLst>
                <a:path w="1210310" h="76200">
                  <a:moveTo>
                    <a:pt x="50800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50800" y="44450"/>
                  </a:lnTo>
                  <a:lnTo>
                    <a:pt x="50800" y="31750"/>
                  </a:lnTo>
                  <a:close/>
                </a:path>
                <a:path w="1210310" h="76200">
                  <a:moveTo>
                    <a:pt x="139700" y="31750"/>
                  </a:moveTo>
                  <a:lnTo>
                    <a:pt x="88900" y="31750"/>
                  </a:lnTo>
                  <a:lnTo>
                    <a:pt x="88900" y="44450"/>
                  </a:lnTo>
                  <a:lnTo>
                    <a:pt x="139700" y="44450"/>
                  </a:lnTo>
                  <a:lnTo>
                    <a:pt x="139700" y="31750"/>
                  </a:lnTo>
                  <a:close/>
                </a:path>
                <a:path w="1210310" h="76200">
                  <a:moveTo>
                    <a:pt x="228600" y="31750"/>
                  </a:moveTo>
                  <a:lnTo>
                    <a:pt x="177800" y="31750"/>
                  </a:lnTo>
                  <a:lnTo>
                    <a:pt x="177800" y="44450"/>
                  </a:lnTo>
                  <a:lnTo>
                    <a:pt x="228600" y="44450"/>
                  </a:lnTo>
                  <a:lnTo>
                    <a:pt x="228600" y="31750"/>
                  </a:lnTo>
                  <a:close/>
                </a:path>
                <a:path w="1210310" h="76200">
                  <a:moveTo>
                    <a:pt x="317500" y="31750"/>
                  </a:moveTo>
                  <a:lnTo>
                    <a:pt x="266700" y="31750"/>
                  </a:lnTo>
                  <a:lnTo>
                    <a:pt x="266700" y="44450"/>
                  </a:lnTo>
                  <a:lnTo>
                    <a:pt x="317500" y="44450"/>
                  </a:lnTo>
                  <a:lnTo>
                    <a:pt x="317500" y="31750"/>
                  </a:lnTo>
                  <a:close/>
                </a:path>
                <a:path w="1210310" h="76200">
                  <a:moveTo>
                    <a:pt x="406400" y="31750"/>
                  </a:moveTo>
                  <a:lnTo>
                    <a:pt x="355600" y="31750"/>
                  </a:lnTo>
                  <a:lnTo>
                    <a:pt x="355600" y="44450"/>
                  </a:lnTo>
                  <a:lnTo>
                    <a:pt x="406400" y="44450"/>
                  </a:lnTo>
                  <a:lnTo>
                    <a:pt x="406400" y="31750"/>
                  </a:lnTo>
                  <a:close/>
                </a:path>
                <a:path w="1210310" h="76200">
                  <a:moveTo>
                    <a:pt x="495300" y="31750"/>
                  </a:moveTo>
                  <a:lnTo>
                    <a:pt x="444500" y="31750"/>
                  </a:lnTo>
                  <a:lnTo>
                    <a:pt x="444500" y="44450"/>
                  </a:lnTo>
                  <a:lnTo>
                    <a:pt x="495300" y="44450"/>
                  </a:lnTo>
                  <a:lnTo>
                    <a:pt x="495300" y="31750"/>
                  </a:lnTo>
                  <a:close/>
                </a:path>
                <a:path w="1210310" h="76200">
                  <a:moveTo>
                    <a:pt x="584200" y="31750"/>
                  </a:moveTo>
                  <a:lnTo>
                    <a:pt x="533400" y="31750"/>
                  </a:lnTo>
                  <a:lnTo>
                    <a:pt x="533400" y="44450"/>
                  </a:lnTo>
                  <a:lnTo>
                    <a:pt x="584200" y="44450"/>
                  </a:lnTo>
                  <a:lnTo>
                    <a:pt x="584200" y="31750"/>
                  </a:lnTo>
                  <a:close/>
                </a:path>
                <a:path w="1210310" h="76200">
                  <a:moveTo>
                    <a:pt x="673100" y="31750"/>
                  </a:moveTo>
                  <a:lnTo>
                    <a:pt x="622300" y="31750"/>
                  </a:lnTo>
                  <a:lnTo>
                    <a:pt x="622300" y="44450"/>
                  </a:lnTo>
                  <a:lnTo>
                    <a:pt x="673100" y="44450"/>
                  </a:lnTo>
                  <a:lnTo>
                    <a:pt x="673100" y="31750"/>
                  </a:lnTo>
                  <a:close/>
                </a:path>
                <a:path w="1210310" h="76200">
                  <a:moveTo>
                    <a:pt x="762000" y="31750"/>
                  </a:moveTo>
                  <a:lnTo>
                    <a:pt x="711200" y="31750"/>
                  </a:lnTo>
                  <a:lnTo>
                    <a:pt x="711200" y="44450"/>
                  </a:lnTo>
                  <a:lnTo>
                    <a:pt x="762000" y="44450"/>
                  </a:lnTo>
                  <a:lnTo>
                    <a:pt x="762000" y="31750"/>
                  </a:lnTo>
                  <a:close/>
                </a:path>
                <a:path w="1210310" h="76200">
                  <a:moveTo>
                    <a:pt x="850900" y="31750"/>
                  </a:moveTo>
                  <a:lnTo>
                    <a:pt x="800100" y="31750"/>
                  </a:lnTo>
                  <a:lnTo>
                    <a:pt x="800100" y="44450"/>
                  </a:lnTo>
                  <a:lnTo>
                    <a:pt x="850900" y="44450"/>
                  </a:lnTo>
                  <a:lnTo>
                    <a:pt x="850900" y="31750"/>
                  </a:lnTo>
                  <a:close/>
                </a:path>
                <a:path w="1210310" h="76200">
                  <a:moveTo>
                    <a:pt x="939800" y="31750"/>
                  </a:moveTo>
                  <a:lnTo>
                    <a:pt x="889000" y="31750"/>
                  </a:lnTo>
                  <a:lnTo>
                    <a:pt x="889000" y="44450"/>
                  </a:lnTo>
                  <a:lnTo>
                    <a:pt x="939800" y="44450"/>
                  </a:lnTo>
                  <a:lnTo>
                    <a:pt x="939800" y="31750"/>
                  </a:lnTo>
                  <a:close/>
                </a:path>
                <a:path w="1210310" h="76200">
                  <a:moveTo>
                    <a:pt x="1028700" y="31750"/>
                  </a:moveTo>
                  <a:lnTo>
                    <a:pt x="977900" y="31750"/>
                  </a:lnTo>
                  <a:lnTo>
                    <a:pt x="977900" y="44450"/>
                  </a:lnTo>
                  <a:lnTo>
                    <a:pt x="1028700" y="44450"/>
                  </a:lnTo>
                  <a:lnTo>
                    <a:pt x="1028700" y="31750"/>
                  </a:lnTo>
                  <a:close/>
                </a:path>
                <a:path w="1210310" h="76200">
                  <a:moveTo>
                    <a:pt x="1117600" y="31750"/>
                  </a:moveTo>
                  <a:lnTo>
                    <a:pt x="1066800" y="31750"/>
                  </a:lnTo>
                  <a:lnTo>
                    <a:pt x="1066800" y="44450"/>
                  </a:lnTo>
                  <a:lnTo>
                    <a:pt x="1117600" y="44450"/>
                  </a:lnTo>
                  <a:lnTo>
                    <a:pt x="1117600" y="31750"/>
                  </a:lnTo>
                  <a:close/>
                </a:path>
                <a:path w="1210310" h="76200">
                  <a:moveTo>
                    <a:pt x="1133856" y="0"/>
                  </a:moveTo>
                  <a:lnTo>
                    <a:pt x="1133856" y="76200"/>
                  </a:lnTo>
                  <a:lnTo>
                    <a:pt x="1210056" y="38100"/>
                  </a:lnTo>
                  <a:lnTo>
                    <a:pt x="1133856" y="0"/>
                  </a:lnTo>
                  <a:close/>
                </a:path>
              </a:pathLst>
            </a:custGeom>
            <a:solidFill>
              <a:srgbClr val="FDA8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799422" y="228156"/>
              <a:ext cx="131045" cy="131661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2733899" y="376275"/>
              <a:ext cx="262255" cy="132080"/>
            </a:xfrm>
            <a:custGeom>
              <a:avLst/>
              <a:gdLst/>
              <a:ahLst/>
              <a:cxnLst/>
              <a:rect l="l" t="t" r="r" b="b"/>
              <a:pathLst>
                <a:path w="262255" h="132079">
                  <a:moveTo>
                    <a:pt x="131045" y="0"/>
                  </a:moveTo>
                  <a:lnTo>
                    <a:pt x="90503" y="4860"/>
                  </a:lnTo>
                  <a:lnTo>
                    <a:pt x="43204" y="21394"/>
                  </a:lnTo>
                  <a:lnTo>
                    <a:pt x="7601" y="45001"/>
                  </a:lnTo>
                  <a:lnTo>
                    <a:pt x="0" y="65830"/>
                  </a:lnTo>
                  <a:lnTo>
                    <a:pt x="0" y="131661"/>
                  </a:lnTo>
                  <a:lnTo>
                    <a:pt x="262091" y="131661"/>
                  </a:lnTo>
                  <a:lnTo>
                    <a:pt x="262091" y="65830"/>
                  </a:lnTo>
                  <a:lnTo>
                    <a:pt x="234628" y="29289"/>
                  </a:lnTo>
                  <a:lnTo>
                    <a:pt x="185102" y="8228"/>
                  </a:lnTo>
                  <a:lnTo>
                    <a:pt x="145481" y="591"/>
                  </a:lnTo>
                  <a:lnTo>
                    <a:pt x="1310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1822450" y="554863"/>
            <a:ext cx="5130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Arial"/>
                <a:cs typeface="Arial"/>
              </a:rPr>
              <a:t>ALB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DNS</a:t>
            </a:r>
            <a:endParaRPr sz="900">
              <a:latin typeface="Arial"/>
              <a:cs typeface="Arial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1277111" y="3910584"/>
            <a:ext cx="1493520" cy="838200"/>
          </a:xfrm>
          <a:custGeom>
            <a:avLst/>
            <a:gdLst/>
            <a:ahLst/>
            <a:cxnLst/>
            <a:rect l="l" t="t" r="r" b="b"/>
            <a:pathLst>
              <a:path w="1493520" h="838200">
                <a:moveTo>
                  <a:pt x="1493520" y="0"/>
                </a:moveTo>
                <a:lnTo>
                  <a:pt x="0" y="0"/>
                </a:lnTo>
                <a:lnTo>
                  <a:pt x="0" y="838199"/>
                </a:lnTo>
                <a:lnTo>
                  <a:pt x="1493520" y="838199"/>
                </a:lnTo>
                <a:lnTo>
                  <a:pt x="1493520" y="0"/>
                </a:lnTo>
                <a:close/>
              </a:path>
            </a:pathLst>
          </a:custGeom>
          <a:solidFill>
            <a:srgbClr val="007BBB">
              <a:alpha val="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1575053" y="3930192"/>
            <a:ext cx="67818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78909C"/>
                </a:solidFill>
                <a:latin typeface="Arial"/>
                <a:cs typeface="Arial"/>
              </a:rPr>
              <a:t>Private</a:t>
            </a:r>
            <a:r>
              <a:rPr sz="800" spc="-20" dirty="0">
                <a:solidFill>
                  <a:srgbClr val="78909C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78909C"/>
                </a:solidFill>
                <a:latin typeface="Arial"/>
                <a:cs typeface="Arial"/>
              </a:rPr>
              <a:t>subnet</a:t>
            </a:r>
            <a:endParaRPr sz="800">
              <a:latin typeface="Arial"/>
              <a:cs typeface="Arial"/>
            </a:endParaRPr>
          </a:p>
        </p:txBody>
      </p:sp>
      <p:pic>
        <p:nvPicPr>
          <p:cNvPr id="55" name="object 5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84757" y="3919840"/>
            <a:ext cx="151802" cy="156355"/>
          </a:xfrm>
          <a:prstGeom prst="rect">
            <a:avLst/>
          </a:prstGeom>
        </p:spPr>
      </p:pic>
      <p:sp>
        <p:nvSpPr>
          <p:cNvPr id="56" name="object 56"/>
          <p:cNvSpPr txBox="1"/>
          <p:nvPr/>
        </p:nvSpPr>
        <p:spPr>
          <a:xfrm>
            <a:off x="1334769" y="4600752"/>
            <a:ext cx="64897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latin typeface="Arial"/>
                <a:cs typeface="Arial"/>
              </a:rPr>
              <a:t>10.10.11.0/24</a:t>
            </a:r>
            <a:endParaRPr sz="8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846703" y="4619955"/>
            <a:ext cx="64897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latin typeface="Arial"/>
                <a:cs typeface="Arial"/>
              </a:rPr>
              <a:t>10.10.12.0/24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3030982" y="1779777"/>
            <a:ext cx="1698625" cy="3056255"/>
            <a:chOff x="3030982" y="1779777"/>
            <a:chExt cx="1698625" cy="3056255"/>
          </a:xfrm>
        </p:grpSpPr>
        <p:pic>
          <p:nvPicPr>
            <p:cNvPr id="59" name="object 5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62354" y="3031384"/>
              <a:ext cx="153270" cy="157825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3037332" y="1786127"/>
              <a:ext cx="1685925" cy="3043555"/>
            </a:xfrm>
            <a:custGeom>
              <a:avLst/>
              <a:gdLst/>
              <a:ahLst/>
              <a:cxnLst/>
              <a:rect l="l" t="t" r="r" b="b"/>
              <a:pathLst>
                <a:path w="1685925" h="3043554">
                  <a:moveTo>
                    <a:pt x="0" y="3043428"/>
                  </a:moveTo>
                  <a:lnTo>
                    <a:pt x="1685544" y="3043428"/>
                  </a:lnTo>
                  <a:lnTo>
                    <a:pt x="1685544" y="0"/>
                  </a:lnTo>
                  <a:lnTo>
                    <a:pt x="0" y="0"/>
                  </a:lnTo>
                  <a:lnTo>
                    <a:pt x="0" y="3043428"/>
                  </a:lnTo>
                  <a:close/>
                </a:path>
              </a:pathLst>
            </a:custGeom>
            <a:ln w="12700">
              <a:solidFill>
                <a:srgbClr val="78909C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3497707" y="1839849"/>
            <a:ext cx="76644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solidFill>
                  <a:srgbClr val="78909C"/>
                </a:solidFill>
                <a:latin typeface="Arial"/>
                <a:cs typeface="Arial"/>
              </a:rPr>
              <a:t>Availability</a:t>
            </a:r>
            <a:r>
              <a:rPr sz="800" spc="-50" dirty="0">
                <a:solidFill>
                  <a:srgbClr val="78909C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78909C"/>
                </a:solidFill>
                <a:latin typeface="Arial"/>
                <a:cs typeface="Arial"/>
              </a:rPr>
              <a:t>Zone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1835686" y="3133291"/>
            <a:ext cx="2271395" cy="1447165"/>
            <a:chOff x="1835686" y="3133291"/>
            <a:chExt cx="2271395" cy="1447165"/>
          </a:xfrm>
        </p:grpSpPr>
        <p:pic>
          <p:nvPicPr>
            <p:cNvPr id="63" name="object 6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60800" y="3962548"/>
              <a:ext cx="151803" cy="157825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1835686" y="4134224"/>
              <a:ext cx="408940" cy="407670"/>
            </a:xfrm>
            <a:custGeom>
              <a:avLst/>
              <a:gdLst/>
              <a:ahLst/>
              <a:cxnLst/>
              <a:rect l="l" t="t" r="r" b="b"/>
              <a:pathLst>
                <a:path w="408939" h="407670">
                  <a:moveTo>
                    <a:pt x="354188" y="0"/>
                  </a:moveTo>
                  <a:lnTo>
                    <a:pt x="53451" y="0"/>
                  </a:lnTo>
                  <a:lnTo>
                    <a:pt x="32663" y="5080"/>
                  </a:lnTo>
                  <a:lnTo>
                    <a:pt x="15671" y="16510"/>
                  </a:lnTo>
                  <a:lnTo>
                    <a:pt x="4206" y="33020"/>
                  </a:lnTo>
                  <a:lnTo>
                    <a:pt x="0" y="53340"/>
                  </a:lnTo>
                  <a:lnTo>
                    <a:pt x="0" y="354330"/>
                  </a:lnTo>
                  <a:lnTo>
                    <a:pt x="4206" y="375920"/>
                  </a:lnTo>
                  <a:lnTo>
                    <a:pt x="15671" y="392430"/>
                  </a:lnTo>
                  <a:lnTo>
                    <a:pt x="32663" y="403860"/>
                  </a:lnTo>
                  <a:lnTo>
                    <a:pt x="53451" y="407670"/>
                  </a:lnTo>
                  <a:lnTo>
                    <a:pt x="236242" y="407670"/>
                  </a:lnTo>
                  <a:lnTo>
                    <a:pt x="236242" y="389890"/>
                  </a:lnTo>
                  <a:lnTo>
                    <a:pt x="53451" y="389890"/>
                  </a:lnTo>
                  <a:lnTo>
                    <a:pt x="39898" y="387350"/>
                  </a:lnTo>
                  <a:lnTo>
                    <a:pt x="28815" y="379730"/>
                  </a:lnTo>
                  <a:lnTo>
                    <a:pt x="21336" y="368300"/>
                  </a:lnTo>
                  <a:lnTo>
                    <a:pt x="18591" y="354330"/>
                  </a:lnTo>
                  <a:lnTo>
                    <a:pt x="18591" y="53340"/>
                  </a:lnTo>
                  <a:lnTo>
                    <a:pt x="21335" y="40640"/>
                  </a:lnTo>
                  <a:lnTo>
                    <a:pt x="28815" y="29210"/>
                  </a:lnTo>
                  <a:lnTo>
                    <a:pt x="39897" y="21590"/>
                  </a:lnTo>
                  <a:lnTo>
                    <a:pt x="53451" y="19050"/>
                  </a:lnTo>
                  <a:lnTo>
                    <a:pt x="393733" y="19050"/>
                  </a:lnTo>
                  <a:lnTo>
                    <a:pt x="391969" y="16510"/>
                  </a:lnTo>
                  <a:lnTo>
                    <a:pt x="374978" y="5080"/>
                  </a:lnTo>
                  <a:lnTo>
                    <a:pt x="354188" y="0"/>
                  </a:lnTo>
                  <a:close/>
                </a:path>
                <a:path w="408939" h="407670">
                  <a:moveTo>
                    <a:pt x="325403" y="165100"/>
                  </a:moveTo>
                  <a:lnTo>
                    <a:pt x="294932" y="167640"/>
                  </a:lnTo>
                  <a:lnTo>
                    <a:pt x="268244" y="173990"/>
                  </a:lnTo>
                  <a:lnTo>
                    <a:pt x="249315" y="186690"/>
                  </a:lnTo>
                  <a:lnTo>
                    <a:pt x="242122" y="203200"/>
                  </a:lnTo>
                  <a:lnTo>
                    <a:pt x="242122" y="368300"/>
                  </a:lnTo>
                  <a:lnTo>
                    <a:pt x="249315" y="384810"/>
                  </a:lnTo>
                  <a:lnTo>
                    <a:pt x="268244" y="396240"/>
                  </a:lnTo>
                  <a:lnTo>
                    <a:pt x="294932" y="403860"/>
                  </a:lnTo>
                  <a:lnTo>
                    <a:pt x="325403" y="406400"/>
                  </a:lnTo>
                  <a:lnTo>
                    <a:pt x="355869" y="403860"/>
                  </a:lnTo>
                  <a:lnTo>
                    <a:pt x="382554" y="396240"/>
                  </a:lnTo>
                  <a:lnTo>
                    <a:pt x="397277" y="387350"/>
                  </a:lnTo>
                  <a:lnTo>
                    <a:pt x="325403" y="387350"/>
                  </a:lnTo>
                  <a:lnTo>
                    <a:pt x="297288" y="384810"/>
                  </a:lnTo>
                  <a:lnTo>
                    <a:pt x="277052" y="379730"/>
                  </a:lnTo>
                  <a:lnTo>
                    <a:pt x="264818" y="373380"/>
                  </a:lnTo>
                  <a:lnTo>
                    <a:pt x="260713" y="368300"/>
                  </a:lnTo>
                  <a:lnTo>
                    <a:pt x="260713" y="341630"/>
                  </a:lnTo>
                  <a:lnTo>
                    <a:pt x="408676" y="341630"/>
                  </a:lnTo>
                  <a:lnTo>
                    <a:pt x="408676" y="336550"/>
                  </a:lnTo>
                  <a:lnTo>
                    <a:pt x="325403" y="336550"/>
                  </a:lnTo>
                  <a:lnTo>
                    <a:pt x="277052" y="328930"/>
                  </a:lnTo>
                  <a:lnTo>
                    <a:pt x="260713" y="285750"/>
                  </a:lnTo>
                  <a:lnTo>
                    <a:pt x="408676" y="285750"/>
                  </a:lnTo>
                  <a:lnTo>
                    <a:pt x="408676" y="280670"/>
                  </a:lnTo>
                  <a:lnTo>
                    <a:pt x="325403" y="280670"/>
                  </a:lnTo>
                  <a:lnTo>
                    <a:pt x="297288" y="278130"/>
                  </a:lnTo>
                  <a:lnTo>
                    <a:pt x="277052" y="273050"/>
                  </a:lnTo>
                  <a:lnTo>
                    <a:pt x="264818" y="266700"/>
                  </a:lnTo>
                  <a:lnTo>
                    <a:pt x="260713" y="260350"/>
                  </a:lnTo>
                  <a:lnTo>
                    <a:pt x="260713" y="227330"/>
                  </a:lnTo>
                  <a:lnTo>
                    <a:pt x="408676" y="227330"/>
                  </a:lnTo>
                  <a:lnTo>
                    <a:pt x="408676" y="222250"/>
                  </a:lnTo>
                  <a:lnTo>
                    <a:pt x="325403" y="222250"/>
                  </a:lnTo>
                  <a:lnTo>
                    <a:pt x="297288" y="219710"/>
                  </a:lnTo>
                  <a:lnTo>
                    <a:pt x="277052" y="214630"/>
                  </a:lnTo>
                  <a:lnTo>
                    <a:pt x="264818" y="208280"/>
                  </a:lnTo>
                  <a:lnTo>
                    <a:pt x="260713" y="203200"/>
                  </a:lnTo>
                  <a:lnTo>
                    <a:pt x="264818" y="196850"/>
                  </a:lnTo>
                  <a:lnTo>
                    <a:pt x="277052" y="190500"/>
                  </a:lnTo>
                  <a:lnTo>
                    <a:pt x="297288" y="185420"/>
                  </a:lnTo>
                  <a:lnTo>
                    <a:pt x="325403" y="182880"/>
                  </a:lnTo>
                  <a:lnTo>
                    <a:pt x="395804" y="182880"/>
                  </a:lnTo>
                  <a:lnTo>
                    <a:pt x="382554" y="173990"/>
                  </a:lnTo>
                  <a:lnTo>
                    <a:pt x="355869" y="167640"/>
                  </a:lnTo>
                  <a:lnTo>
                    <a:pt x="325403" y="165100"/>
                  </a:lnTo>
                  <a:close/>
                </a:path>
                <a:path w="408939" h="407670">
                  <a:moveTo>
                    <a:pt x="408676" y="341630"/>
                  </a:moveTo>
                  <a:lnTo>
                    <a:pt x="390085" y="341630"/>
                  </a:lnTo>
                  <a:lnTo>
                    <a:pt x="390085" y="368300"/>
                  </a:lnTo>
                  <a:lnTo>
                    <a:pt x="385979" y="373380"/>
                  </a:lnTo>
                  <a:lnTo>
                    <a:pt x="373747" y="379730"/>
                  </a:lnTo>
                  <a:lnTo>
                    <a:pt x="353513" y="384810"/>
                  </a:lnTo>
                  <a:lnTo>
                    <a:pt x="325403" y="387350"/>
                  </a:lnTo>
                  <a:lnTo>
                    <a:pt x="397277" y="387350"/>
                  </a:lnTo>
                  <a:lnTo>
                    <a:pt x="401483" y="384810"/>
                  </a:lnTo>
                  <a:lnTo>
                    <a:pt x="408676" y="368300"/>
                  </a:lnTo>
                  <a:lnTo>
                    <a:pt x="408676" y="341630"/>
                  </a:lnTo>
                  <a:close/>
                </a:path>
                <a:path w="408939" h="407670">
                  <a:moveTo>
                    <a:pt x="390085" y="341630"/>
                  </a:moveTo>
                  <a:lnTo>
                    <a:pt x="260713" y="341630"/>
                  </a:lnTo>
                  <a:lnTo>
                    <a:pt x="274191" y="347980"/>
                  </a:lnTo>
                  <a:lnTo>
                    <a:pt x="289990" y="351790"/>
                  </a:lnTo>
                  <a:lnTo>
                    <a:pt x="307323" y="354330"/>
                  </a:lnTo>
                  <a:lnTo>
                    <a:pt x="325403" y="355600"/>
                  </a:lnTo>
                  <a:lnTo>
                    <a:pt x="343481" y="354330"/>
                  </a:lnTo>
                  <a:lnTo>
                    <a:pt x="360811" y="351790"/>
                  </a:lnTo>
                  <a:lnTo>
                    <a:pt x="376608" y="347980"/>
                  </a:lnTo>
                  <a:lnTo>
                    <a:pt x="390085" y="341630"/>
                  </a:lnTo>
                  <a:close/>
                </a:path>
                <a:path w="408939" h="407670">
                  <a:moveTo>
                    <a:pt x="408676" y="285750"/>
                  </a:moveTo>
                  <a:lnTo>
                    <a:pt x="390085" y="285750"/>
                  </a:lnTo>
                  <a:lnTo>
                    <a:pt x="390085" y="317500"/>
                  </a:lnTo>
                  <a:lnTo>
                    <a:pt x="385979" y="322580"/>
                  </a:lnTo>
                  <a:lnTo>
                    <a:pt x="373747" y="328930"/>
                  </a:lnTo>
                  <a:lnTo>
                    <a:pt x="353513" y="334010"/>
                  </a:lnTo>
                  <a:lnTo>
                    <a:pt x="325403" y="336550"/>
                  </a:lnTo>
                  <a:lnTo>
                    <a:pt x="408676" y="336550"/>
                  </a:lnTo>
                  <a:lnTo>
                    <a:pt x="408676" y="285750"/>
                  </a:lnTo>
                  <a:close/>
                </a:path>
                <a:path w="408939" h="407670">
                  <a:moveTo>
                    <a:pt x="390085" y="285750"/>
                  </a:moveTo>
                  <a:lnTo>
                    <a:pt x="260713" y="285750"/>
                  </a:lnTo>
                  <a:lnTo>
                    <a:pt x="274191" y="290830"/>
                  </a:lnTo>
                  <a:lnTo>
                    <a:pt x="289990" y="295910"/>
                  </a:lnTo>
                  <a:lnTo>
                    <a:pt x="307323" y="298450"/>
                  </a:lnTo>
                  <a:lnTo>
                    <a:pt x="343481" y="298450"/>
                  </a:lnTo>
                  <a:lnTo>
                    <a:pt x="360811" y="295910"/>
                  </a:lnTo>
                  <a:lnTo>
                    <a:pt x="376608" y="290830"/>
                  </a:lnTo>
                  <a:lnTo>
                    <a:pt x="390085" y="285750"/>
                  </a:lnTo>
                  <a:close/>
                </a:path>
                <a:path w="408939" h="407670">
                  <a:moveTo>
                    <a:pt x="408676" y="227330"/>
                  </a:moveTo>
                  <a:lnTo>
                    <a:pt x="390085" y="227330"/>
                  </a:lnTo>
                  <a:lnTo>
                    <a:pt x="390085" y="260350"/>
                  </a:lnTo>
                  <a:lnTo>
                    <a:pt x="385979" y="266700"/>
                  </a:lnTo>
                  <a:lnTo>
                    <a:pt x="373747" y="273050"/>
                  </a:lnTo>
                  <a:lnTo>
                    <a:pt x="353513" y="278130"/>
                  </a:lnTo>
                  <a:lnTo>
                    <a:pt x="325403" y="280670"/>
                  </a:lnTo>
                  <a:lnTo>
                    <a:pt x="408676" y="280670"/>
                  </a:lnTo>
                  <a:lnTo>
                    <a:pt x="408676" y="227330"/>
                  </a:lnTo>
                  <a:close/>
                </a:path>
                <a:path w="408939" h="407670">
                  <a:moveTo>
                    <a:pt x="390085" y="227330"/>
                  </a:moveTo>
                  <a:lnTo>
                    <a:pt x="260713" y="227330"/>
                  </a:lnTo>
                  <a:lnTo>
                    <a:pt x="274191" y="233680"/>
                  </a:lnTo>
                  <a:lnTo>
                    <a:pt x="289990" y="237490"/>
                  </a:lnTo>
                  <a:lnTo>
                    <a:pt x="307323" y="240030"/>
                  </a:lnTo>
                  <a:lnTo>
                    <a:pt x="325403" y="241300"/>
                  </a:lnTo>
                  <a:lnTo>
                    <a:pt x="343481" y="240030"/>
                  </a:lnTo>
                  <a:lnTo>
                    <a:pt x="360811" y="237490"/>
                  </a:lnTo>
                  <a:lnTo>
                    <a:pt x="376608" y="233680"/>
                  </a:lnTo>
                  <a:lnTo>
                    <a:pt x="390085" y="227330"/>
                  </a:lnTo>
                  <a:close/>
                </a:path>
                <a:path w="408939" h="407670">
                  <a:moveTo>
                    <a:pt x="395804" y="182880"/>
                  </a:moveTo>
                  <a:lnTo>
                    <a:pt x="325403" y="182880"/>
                  </a:lnTo>
                  <a:lnTo>
                    <a:pt x="353513" y="185420"/>
                  </a:lnTo>
                  <a:lnTo>
                    <a:pt x="373747" y="190500"/>
                  </a:lnTo>
                  <a:lnTo>
                    <a:pt x="385979" y="196850"/>
                  </a:lnTo>
                  <a:lnTo>
                    <a:pt x="390085" y="203200"/>
                  </a:lnTo>
                  <a:lnTo>
                    <a:pt x="385979" y="208280"/>
                  </a:lnTo>
                  <a:lnTo>
                    <a:pt x="373747" y="214630"/>
                  </a:lnTo>
                  <a:lnTo>
                    <a:pt x="353513" y="219710"/>
                  </a:lnTo>
                  <a:lnTo>
                    <a:pt x="325403" y="222250"/>
                  </a:lnTo>
                  <a:lnTo>
                    <a:pt x="408676" y="222250"/>
                  </a:lnTo>
                  <a:lnTo>
                    <a:pt x="408676" y="203200"/>
                  </a:lnTo>
                  <a:lnTo>
                    <a:pt x="401483" y="186690"/>
                  </a:lnTo>
                  <a:lnTo>
                    <a:pt x="395804" y="182880"/>
                  </a:lnTo>
                  <a:close/>
                </a:path>
                <a:path w="408939" h="407670">
                  <a:moveTo>
                    <a:pt x="393733" y="19050"/>
                  </a:moveTo>
                  <a:lnTo>
                    <a:pt x="354188" y="19050"/>
                  </a:lnTo>
                  <a:lnTo>
                    <a:pt x="367743" y="21590"/>
                  </a:lnTo>
                  <a:lnTo>
                    <a:pt x="378824" y="29210"/>
                  </a:lnTo>
                  <a:lnTo>
                    <a:pt x="386303" y="40640"/>
                  </a:lnTo>
                  <a:lnTo>
                    <a:pt x="389047" y="53340"/>
                  </a:lnTo>
                  <a:lnTo>
                    <a:pt x="389047" y="171450"/>
                  </a:lnTo>
                  <a:lnTo>
                    <a:pt x="407638" y="171450"/>
                  </a:lnTo>
                  <a:lnTo>
                    <a:pt x="407638" y="53340"/>
                  </a:lnTo>
                  <a:lnTo>
                    <a:pt x="403432" y="33020"/>
                  </a:lnTo>
                  <a:lnTo>
                    <a:pt x="393733" y="19050"/>
                  </a:lnTo>
                  <a:close/>
                </a:path>
                <a:path w="408939" h="407670">
                  <a:moveTo>
                    <a:pt x="147771" y="78740"/>
                  </a:moveTo>
                  <a:lnTo>
                    <a:pt x="132479" y="78740"/>
                  </a:lnTo>
                  <a:lnTo>
                    <a:pt x="149870" y="133350"/>
                  </a:lnTo>
                  <a:lnTo>
                    <a:pt x="149769" y="134620"/>
                  </a:lnTo>
                  <a:lnTo>
                    <a:pt x="149669" y="135890"/>
                  </a:lnTo>
                  <a:lnTo>
                    <a:pt x="149243" y="138430"/>
                  </a:lnTo>
                  <a:lnTo>
                    <a:pt x="148367" y="140970"/>
                  </a:lnTo>
                  <a:lnTo>
                    <a:pt x="147027" y="142240"/>
                  </a:lnTo>
                  <a:lnTo>
                    <a:pt x="145702" y="144780"/>
                  </a:lnTo>
                  <a:lnTo>
                    <a:pt x="135958" y="144780"/>
                  </a:lnTo>
                  <a:lnTo>
                    <a:pt x="135958" y="153670"/>
                  </a:lnTo>
                  <a:lnTo>
                    <a:pt x="139126" y="154940"/>
                  </a:lnTo>
                  <a:lnTo>
                    <a:pt x="142217" y="156210"/>
                  </a:lnTo>
                  <a:lnTo>
                    <a:pt x="149243" y="156210"/>
                  </a:lnTo>
                  <a:lnTo>
                    <a:pt x="152465" y="154940"/>
                  </a:lnTo>
                  <a:lnTo>
                    <a:pt x="157392" y="149860"/>
                  </a:lnTo>
                  <a:lnTo>
                    <a:pt x="159367" y="146050"/>
                  </a:lnTo>
                  <a:lnTo>
                    <a:pt x="167367" y="118110"/>
                  </a:lnTo>
                  <a:lnTo>
                    <a:pt x="155881" y="118110"/>
                  </a:lnTo>
                  <a:lnTo>
                    <a:pt x="147771" y="78740"/>
                  </a:lnTo>
                  <a:close/>
                </a:path>
                <a:path w="408939" h="407670">
                  <a:moveTo>
                    <a:pt x="274098" y="58420"/>
                  </a:moveTo>
                  <a:lnTo>
                    <a:pt x="255554" y="58420"/>
                  </a:lnTo>
                  <a:lnTo>
                    <a:pt x="248357" y="60960"/>
                  </a:lnTo>
                  <a:lnTo>
                    <a:pt x="235736" y="92710"/>
                  </a:lnTo>
                  <a:lnTo>
                    <a:pt x="235834" y="101600"/>
                  </a:lnTo>
                  <a:lnTo>
                    <a:pt x="254508" y="134620"/>
                  </a:lnTo>
                  <a:lnTo>
                    <a:pt x="263354" y="134620"/>
                  </a:lnTo>
                  <a:lnTo>
                    <a:pt x="267011" y="138430"/>
                  </a:lnTo>
                  <a:lnTo>
                    <a:pt x="271395" y="142240"/>
                  </a:lnTo>
                  <a:lnTo>
                    <a:pt x="276523" y="144780"/>
                  </a:lnTo>
                  <a:lnTo>
                    <a:pt x="281651" y="148590"/>
                  </a:lnTo>
                  <a:lnTo>
                    <a:pt x="292543" y="151130"/>
                  </a:lnTo>
                  <a:lnTo>
                    <a:pt x="292543" y="138430"/>
                  </a:lnTo>
                  <a:lnTo>
                    <a:pt x="288685" y="138430"/>
                  </a:lnTo>
                  <a:lnTo>
                    <a:pt x="285416" y="137160"/>
                  </a:lnTo>
                  <a:lnTo>
                    <a:pt x="280079" y="135890"/>
                  </a:lnTo>
                  <a:lnTo>
                    <a:pt x="277654" y="134620"/>
                  </a:lnTo>
                  <a:lnTo>
                    <a:pt x="275477" y="132080"/>
                  </a:lnTo>
                  <a:lnTo>
                    <a:pt x="281512" y="130810"/>
                  </a:lnTo>
                  <a:lnTo>
                    <a:pt x="286129" y="125730"/>
                  </a:lnTo>
                  <a:lnTo>
                    <a:pt x="288048" y="121920"/>
                  </a:lnTo>
                  <a:lnTo>
                    <a:pt x="260194" y="121920"/>
                  </a:lnTo>
                  <a:lnTo>
                    <a:pt x="256677" y="120650"/>
                  </a:lnTo>
                  <a:lnTo>
                    <a:pt x="251905" y="111760"/>
                  </a:lnTo>
                  <a:lnTo>
                    <a:pt x="250720" y="105410"/>
                  </a:lnTo>
                  <a:lnTo>
                    <a:pt x="250720" y="87630"/>
                  </a:lnTo>
                  <a:lnTo>
                    <a:pt x="251874" y="81280"/>
                  </a:lnTo>
                  <a:lnTo>
                    <a:pt x="256514" y="72390"/>
                  </a:lnTo>
                  <a:lnTo>
                    <a:pt x="260062" y="69850"/>
                  </a:lnTo>
                  <a:lnTo>
                    <a:pt x="287279" y="69850"/>
                  </a:lnTo>
                  <a:lnTo>
                    <a:pt x="281303" y="60960"/>
                  </a:lnTo>
                  <a:lnTo>
                    <a:pt x="274098" y="58420"/>
                  </a:lnTo>
                  <a:close/>
                </a:path>
                <a:path w="408939" h="407670">
                  <a:moveTo>
                    <a:pt x="184016" y="119380"/>
                  </a:moveTo>
                  <a:lnTo>
                    <a:pt x="184016" y="129540"/>
                  </a:lnTo>
                  <a:lnTo>
                    <a:pt x="186255" y="130810"/>
                  </a:lnTo>
                  <a:lnTo>
                    <a:pt x="189036" y="132080"/>
                  </a:lnTo>
                  <a:lnTo>
                    <a:pt x="195643" y="134620"/>
                  </a:lnTo>
                  <a:lnTo>
                    <a:pt x="209819" y="134620"/>
                  </a:lnTo>
                  <a:lnTo>
                    <a:pt x="215776" y="132080"/>
                  </a:lnTo>
                  <a:lnTo>
                    <a:pt x="224421" y="124460"/>
                  </a:lnTo>
                  <a:lnTo>
                    <a:pt x="225502" y="121920"/>
                  </a:lnTo>
                  <a:lnTo>
                    <a:pt x="196093" y="121920"/>
                  </a:lnTo>
                  <a:lnTo>
                    <a:pt x="189547" y="120650"/>
                  </a:lnTo>
                  <a:lnTo>
                    <a:pt x="186619" y="120650"/>
                  </a:lnTo>
                  <a:lnTo>
                    <a:pt x="184016" y="119380"/>
                  </a:lnTo>
                  <a:close/>
                </a:path>
                <a:path w="408939" h="407670">
                  <a:moveTo>
                    <a:pt x="78332" y="59690"/>
                  </a:moveTo>
                  <a:lnTo>
                    <a:pt x="61461" y="59690"/>
                  </a:lnTo>
                  <a:lnTo>
                    <a:pt x="61461" y="133350"/>
                  </a:lnTo>
                  <a:lnTo>
                    <a:pt x="74637" y="133350"/>
                  </a:lnTo>
                  <a:lnTo>
                    <a:pt x="74637" y="81280"/>
                  </a:lnTo>
                  <a:lnTo>
                    <a:pt x="86336" y="81280"/>
                  </a:lnTo>
                  <a:lnTo>
                    <a:pt x="78332" y="59690"/>
                  </a:lnTo>
                  <a:close/>
                </a:path>
                <a:path w="408939" h="407670">
                  <a:moveTo>
                    <a:pt x="124903" y="81280"/>
                  </a:moveTo>
                  <a:lnTo>
                    <a:pt x="111735" y="81280"/>
                  </a:lnTo>
                  <a:lnTo>
                    <a:pt x="111735" y="133350"/>
                  </a:lnTo>
                  <a:lnTo>
                    <a:pt x="124903" y="133350"/>
                  </a:lnTo>
                  <a:lnTo>
                    <a:pt x="124903" y="81280"/>
                  </a:lnTo>
                  <a:close/>
                </a:path>
                <a:path w="408939" h="407670">
                  <a:moveTo>
                    <a:pt x="321313" y="59690"/>
                  </a:moveTo>
                  <a:lnTo>
                    <a:pt x="306548" y="59690"/>
                  </a:lnTo>
                  <a:lnTo>
                    <a:pt x="306548" y="133350"/>
                  </a:lnTo>
                  <a:lnTo>
                    <a:pt x="346171" y="133350"/>
                  </a:lnTo>
                  <a:lnTo>
                    <a:pt x="346171" y="120650"/>
                  </a:lnTo>
                  <a:lnTo>
                    <a:pt x="321313" y="120650"/>
                  </a:lnTo>
                  <a:lnTo>
                    <a:pt x="321313" y="59690"/>
                  </a:lnTo>
                  <a:close/>
                </a:path>
                <a:path w="408939" h="407670">
                  <a:moveTo>
                    <a:pt x="211585" y="58420"/>
                  </a:moveTo>
                  <a:lnTo>
                    <a:pt x="197696" y="58420"/>
                  </a:lnTo>
                  <a:lnTo>
                    <a:pt x="190879" y="62230"/>
                  </a:lnTo>
                  <a:lnTo>
                    <a:pt x="188191" y="64770"/>
                  </a:lnTo>
                  <a:lnTo>
                    <a:pt x="184256" y="71120"/>
                  </a:lnTo>
                  <a:lnTo>
                    <a:pt x="183280" y="74930"/>
                  </a:lnTo>
                  <a:lnTo>
                    <a:pt x="183280" y="83820"/>
                  </a:lnTo>
                  <a:lnTo>
                    <a:pt x="184403" y="87630"/>
                  </a:lnTo>
                  <a:lnTo>
                    <a:pt x="188896" y="93980"/>
                  </a:lnTo>
                  <a:lnTo>
                    <a:pt x="192622" y="97790"/>
                  </a:lnTo>
                  <a:lnTo>
                    <a:pt x="206387" y="105410"/>
                  </a:lnTo>
                  <a:lnTo>
                    <a:pt x="208456" y="106680"/>
                  </a:lnTo>
                  <a:lnTo>
                    <a:pt x="210911" y="109220"/>
                  </a:lnTo>
                  <a:lnTo>
                    <a:pt x="211523" y="111760"/>
                  </a:lnTo>
                  <a:lnTo>
                    <a:pt x="211523" y="116840"/>
                  </a:lnTo>
                  <a:lnTo>
                    <a:pt x="210632" y="118110"/>
                  </a:lnTo>
                  <a:lnTo>
                    <a:pt x="207123" y="121920"/>
                  </a:lnTo>
                  <a:lnTo>
                    <a:pt x="225502" y="121920"/>
                  </a:lnTo>
                  <a:lnTo>
                    <a:pt x="226582" y="119380"/>
                  </a:lnTo>
                  <a:lnTo>
                    <a:pt x="226582" y="109220"/>
                  </a:lnTo>
                  <a:lnTo>
                    <a:pt x="226063" y="106680"/>
                  </a:lnTo>
                  <a:lnTo>
                    <a:pt x="202840" y="86360"/>
                  </a:lnTo>
                  <a:lnTo>
                    <a:pt x="200756" y="85090"/>
                  </a:lnTo>
                  <a:lnTo>
                    <a:pt x="198564" y="82550"/>
                  </a:lnTo>
                  <a:lnTo>
                    <a:pt x="198037" y="80010"/>
                  </a:lnTo>
                  <a:lnTo>
                    <a:pt x="198037" y="76200"/>
                  </a:lnTo>
                  <a:lnTo>
                    <a:pt x="198873" y="73660"/>
                  </a:lnTo>
                  <a:lnTo>
                    <a:pt x="202243" y="71120"/>
                  </a:lnTo>
                  <a:lnTo>
                    <a:pt x="204559" y="69850"/>
                  </a:lnTo>
                  <a:lnTo>
                    <a:pt x="222585" y="69850"/>
                  </a:lnTo>
                  <a:lnTo>
                    <a:pt x="222585" y="62230"/>
                  </a:lnTo>
                  <a:lnTo>
                    <a:pt x="217108" y="59690"/>
                  </a:lnTo>
                  <a:lnTo>
                    <a:pt x="211585" y="58420"/>
                  </a:lnTo>
                  <a:close/>
                </a:path>
                <a:path w="408939" h="407670">
                  <a:moveTo>
                    <a:pt x="287279" y="69850"/>
                  </a:moveTo>
                  <a:lnTo>
                    <a:pt x="269598" y="69850"/>
                  </a:lnTo>
                  <a:lnTo>
                    <a:pt x="273161" y="72390"/>
                  </a:lnTo>
                  <a:lnTo>
                    <a:pt x="277793" y="81280"/>
                  </a:lnTo>
                  <a:lnTo>
                    <a:pt x="278955" y="87630"/>
                  </a:lnTo>
                  <a:lnTo>
                    <a:pt x="278955" y="105410"/>
                  </a:lnTo>
                  <a:lnTo>
                    <a:pt x="277755" y="111760"/>
                  </a:lnTo>
                  <a:lnTo>
                    <a:pt x="272975" y="120650"/>
                  </a:lnTo>
                  <a:lnTo>
                    <a:pt x="269458" y="121920"/>
                  </a:lnTo>
                  <a:lnTo>
                    <a:pt x="288048" y="121920"/>
                  </a:lnTo>
                  <a:lnTo>
                    <a:pt x="292527" y="113030"/>
                  </a:lnTo>
                  <a:lnTo>
                    <a:pt x="294123" y="105410"/>
                  </a:lnTo>
                  <a:lnTo>
                    <a:pt x="294054" y="95250"/>
                  </a:lnTo>
                  <a:lnTo>
                    <a:pt x="293642" y="87630"/>
                  </a:lnTo>
                  <a:lnTo>
                    <a:pt x="292201" y="80010"/>
                  </a:lnTo>
                  <a:lnTo>
                    <a:pt x="289799" y="73660"/>
                  </a:lnTo>
                  <a:lnTo>
                    <a:pt x="287279" y="69850"/>
                  </a:lnTo>
                  <a:close/>
                </a:path>
                <a:path w="408939" h="407670">
                  <a:moveTo>
                    <a:pt x="178640" y="78740"/>
                  </a:moveTo>
                  <a:lnTo>
                    <a:pt x="163782" y="78740"/>
                  </a:lnTo>
                  <a:lnTo>
                    <a:pt x="155881" y="118110"/>
                  </a:lnTo>
                  <a:lnTo>
                    <a:pt x="167367" y="118110"/>
                  </a:lnTo>
                  <a:lnTo>
                    <a:pt x="178640" y="78740"/>
                  </a:lnTo>
                  <a:close/>
                </a:path>
                <a:path w="408939" h="407670">
                  <a:moveTo>
                    <a:pt x="86336" y="81280"/>
                  </a:moveTo>
                  <a:lnTo>
                    <a:pt x="74637" y="81280"/>
                  </a:lnTo>
                  <a:lnTo>
                    <a:pt x="86869" y="114300"/>
                  </a:lnTo>
                  <a:lnTo>
                    <a:pt x="99410" y="114300"/>
                  </a:lnTo>
                  <a:lnTo>
                    <a:pt x="104624" y="100330"/>
                  </a:lnTo>
                  <a:lnTo>
                    <a:pt x="93399" y="100330"/>
                  </a:lnTo>
                  <a:lnTo>
                    <a:pt x="86336" y="81280"/>
                  </a:lnTo>
                  <a:close/>
                </a:path>
                <a:path w="408939" h="407670">
                  <a:moveTo>
                    <a:pt x="124903" y="59690"/>
                  </a:moveTo>
                  <a:lnTo>
                    <a:pt x="108458" y="59690"/>
                  </a:lnTo>
                  <a:lnTo>
                    <a:pt x="93399" y="100330"/>
                  </a:lnTo>
                  <a:lnTo>
                    <a:pt x="104624" y="100330"/>
                  </a:lnTo>
                  <a:lnTo>
                    <a:pt x="111735" y="81280"/>
                  </a:lnTo>
                  <a:lnTo>
                    <a:pt x="124903" y="81280"/>
                  </a:lnTo>
                  <a:lnTo>
                    <a:pt x="124903" y="59690"/>
                  </a:lnTo>
                  <a:close/>
                </a:path>
                <a:path w="408939" h="407670">
                  <a:moveTo>
                    <a:pt x="222585" y="69850"/>
                  </a:moveTo>
                  <a:lnTo>
                    <a:pt x="211864" y="69850"/>
                  </a:lnTo>
                  <a:lnTo>
                    <a:pt x="216884" y="71120"/>
                  </a:lnTo>
                  <a:lnTo>
                    <a:pt x="222585" y="73660"/>
                  </a:lnTo>
                  <a:lnTo>
                    <a:pt x="222585" y="69850"/>
                  </a:lnTo>
                  <a:close/>
                </a:path>
              </a:pathLst>
            </a:custGeom>
            <a:solidFill>
              <a:srgbClr val="C82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3694061" y="3133293"/>
              <a:ext cx="339725" cy="341630"/>
            </a:xfrm>
            <a:custGeom>
              <a:avLst/>
              <a:gdLst/>
              <a:ahLst/>
              <a:cxnLst/>
              <a:rect l="l" t="t" r="r" b="b"/>
              <a:pathLst>
                <a:path w="339725" h="341629">
                  <a:moveTo>
                    <a:pt x="339458" y="74282"/>
                  </a:moveTo>
                  <a:lnTo>
                    <a:pt x="306285" y="74282"/>
                  </a:lnTo>
                  <a:lnTo>
                    <a:pt x="306285" y="47561"/>
                  </a:lnTo>
                  <a:lnTo>
                    <a:pt x="306285" y="33337"/>
                  </a:lnTo>
                  <a:lnTo>
                    <a:pt x="292138" y="33337"/>
                  </a:lnTo>
                  <a:lnTo>
                    <a:pt x="292138" y="47561"/>
                  </a:lnTo>
                  <a:lnTo>
                    <a:pt x="292138" y="293636"/>
                  </a:lnTo>
                  <a:lnTo>
                    <a:pt x="47307" y="293636"/>
                  </a:lnTo>
                  <a:lnTo>
                    <a:pt x="47307" y="47561"/>
                  </a:lnTo>
                  <a:lnTo>
                    <a:pt x="292138" y="47561"/>
                  </a:lnTo>
                  <a:lnTo>
                    <a:pt x="292138" y="33337"/>
                  </a:lnTo>
                  <a:lnTo>
                    <a:pt x="263931" y="33337"/>
                  </a:lnTo>
                  <a:lnTo>
                    <a:pt x="263931" y="0"/>
                  </a:lnTo>
                  <a:lnTo>
                    <a:pt x="249783" y="0"/>
                  </a:lnTo>
                  <a:lnTo>
                    <a:pt x="249783" y="33337"/>
                  </a:lnTo>
                  <a:lnTo>
                    <a:pt x="219519" y="33337"/>
                  </a:lnTo>
                  <a:lnTo>
                    <a:pt x="219519" y="0"/>
                  </a:lnTo>
                  <a:lnTo>
                    <a:pt x="205371" y="0"/>
                  </a:lnTo>
                  <a:lnTo>
                    <a:pt x="205371" y="33337"/>
                  </a:lnTo>
                  <a:lnTo>
                    <a:pt x="175107" y="33337"/>
                  </a:lnTo>
                  <a:lnTo>
                    <a:pt x="175107" y="0"/>
                  </a:lnTo>
                  <a:lnTo>
                    <a:pt x="160959" y="0"/>
                  </a:lnTo>
                  <a:lnTo>
                    <a:pt x="160959" y="33337"/>
                  </a:lnTo>
                  <a:lnTo>
                    <a:pt x="130683" y="33337"/>
                  </a:lnTo>
                  <a:lnTo>
                    <a:pt x="130683" y="0"/>
                  </a:lnTo>
                  <a:lnTo>
                    <a:pt x="116547" y="0"/>
                  </a:lnTo>
                  <a:lnTo>
                    <a:pt x="116547" y="33337"/>
                  </a:lnTo>
                  <a:lnTo>
                    <a:pt x="86347" y="33337"/>
                  </a:lnTo>
                  <a:lnTo>
                    <a:pt x="86347" y="0"/>
                  </a:lnTo>
                  <a:lnTo>
                    <a:pt x="72199" y="0"/>
                  </a:lnTo>
                  <a:lnTo>
                    <a:pt x="72199" y="33337"/>
                  </a:lnTo>
                  <a:lnTo>
                    <a:pt x="33172" y="33337"/>
                  </a:lnTo>
                  <a:lnTo>
                    <a:pt x="33172" y="74282"/>
                  </a:lnTo>
                  <a:lnTo>
                    <a:pt x="0" y="74282"/>
                  </a:lnTo>
                  <a:lnTo>
                    <a:pt x="0" y="88493"/>
                  </a:lnTo>
                  <a:lnTo>
                    <a:pt x="33172" y="88493"/>
                  </a:lnTo>
                  <a:lnTo>
                    <a:pt x="33172" y="118846"/>
                  </a:lnTo>
                  <a:lnTo>
                    <a:pt x="0" y="118846"/>
                  </a:lnTo>
                  <a:lnTo>
                    <a:pt x="0" y="133070"/>
                  </a:lnTo>
                  <a:lnTo>
                    <a:pt x="33172" y="133070"/>
                  </a:lnTo>
                  <a:lnTo>
                    <a:pt x="33172" y="163487"/>
                  </a:lnTo>
                  <a:lnTo>
                    <a:pt x="0" y="163487"/>
                  </a:lnTo>
                  <a:lnTo>
                    <a:pt x="0" y="177698"/>
                  </a:lnTo>
                  <a:lnTo>
                    <a:pt x="33172" y="177698"/>
                  </a:lnTo>
                  <a:lnTo>
                    <a:pt x="33172" y="208127"/>
                  </a:lnTo>
                  <a:lnTo>
                    <a:pt x="0" y="208127"/>
                  </a:lnTo>
                  <a:lnTo>
                    <a:pt x="0" y="222338"/>
                  </a:lnTo>
                  <a:lnTo>
                    <a:pt x="33172" y="222338"/>
                  </a:lnTo>
                  <a:lnTo>
                    <a:pt x="33172" y="252691"/>
                  </a:lnTo>
                  <a:lnTo>
                    <a:pt x="0" y="252691"/>
                  </a:lnTo>
                  <a:lnTo>
                    <a:pt x="0" y="266915"/>
                  </a:lnTo>
                  <a:lnTo>
                    <a:pt x="33172" y="266915"/>
                  </a:lnTo>
                  <a:lnTo>
                    <a:pt x="33172" y="307848"/>
                  </a:lnTo>
                  <a:lnTo>
                    <a:pt x="72199" y="307848"/>
                  </a:lnTo>
                  <a:lnTo>
                    <a:pt x="72199" y="341185"/>
                  </a:lnTo>
                  <a:lnTo>
                    <a:pt x="86347" y="341185"/>
                  </a:lnTo>
                  <a:lnTo>
                    <a:pt x="86347" y="307848"/>
                  </a:lnTo>
                  <a:lnTo>
                    <a:pt x="116547" y="307848"/>
                  </a:lnTo>
                  <a:lnTo>
                    <a:pt x="116547" y="341185"/>
                  </a:lnTo>
                  <a:lnTo>
                    <a:pt x="130683" y="341185"/>
                  </a:lnTo>
                  <a:lnTo>
                    <a:pt x="130683" y="307848"/>
                  </a:lnTo>
                  <a:lnTo>
                    <a:pt x="160959" y="307848"/>
                  </a:lnTo>
                  <a:lnTo>
                    <a:pt x="160959" y="341185"/>
                  </a:lnTo>
                  <a:lnTo>
                    <a:pt x="175107" y="341185"/>
                  </a:lnTo>
                  <a:lnTo>
                    <a:pt x="175107" y="307848"/>
                  </a:lnTo>
                  <a:lnTo>
                    <a:pt x="205371" y="307848"/>
                  </a:lnTo>
                  <a:lnTo>
                    <a:pt x="205371" y="341185"/>
                  </a:lnTo>
                  <a:lnTo>
                    <a:pt x="219519" y="341185"/>
                  </a:lnTo>
                  <a:lnTo>
                    <a:pt x="219519" y="307848"/>
                  </a:lnTo>
                  <a:lnTo>
                    <a:pt x="249783" y="307848"/>
                  </a:lnTo>
                  <a:lnTo>
                    <a:pt x="249783" y="341185"/>
                  </a:lnTo>
                  <a:lnTo>
                    <a:pt x="263931" y="341185"/>
                  </a:lnTo>
                  <a:lnTo>
                    <a:pt x="263931" y="307848"/>
                  </a:lnTo>
                  <a:lnTo>
                    <a:pt x="306285" y="307848"/>
                  </a:lnTo>
                  <a:lnTo>
                    <a:pt x="306285" y="293636"/>
                  </a:lnTo>
                  <a:lnTo>
                    <a:pt x="306285" y="266915"/>
                  </a:lnTo>
                  <a:lnTo>
                    <a:pt x="339458" y="266915"/>
                  </a:lnTo>
                  <a:lnTo>
                    <a:pt x="339458" y="252691"/>
                  </a:lnTo>
                  <a:lnTo>
                    <a:pt x="306285" y="252691"/>
                  </a:lnTo>
                  <a:lnTo>
                    <a:pt x="306285" y="222338"/>
                  </a:lnTo>
                  <a:lnTo>
                    <a:pt x="339458" y="222338"/>
                  </a:lnTo>
                  <a:lnTo>
                    <a:pt x="339458" y="208127"/>
                  </a:lnTo>
                  <a:lnTo>
                    <a:pt x="306285" y="208127"/>
                  </a:lnTo>
                  <a:lnTo>
                    <a:pt x="306285" y="177698"/>
                  </a:lnTo>
                  <a:lnTo>
                    <a:pt x="339458" y="177698"/>
                  </a:lnTo>
                  <a:lnTo>
                    <a:pt x="339458" y="163487"/>
                  </a:lnTo>
                  <a:lnTo>
                    <a:pt x="306285" y="163487"/>
                  </a:lnTo>
                  <a:lnTo>
                    <a:pt x="306285" y="133070"/>
                  </a:lnTo>
                  <a:lnTo>
                    <a:pt x="339458" y="133070"/>
                  </a:lnTo>
                  <a:lnTo>
                    <a:pt x="339458" y="118846"/>
                  </a:lnTo>
                  <a:lnTo>
                    <a:pt x="306285" y="118846"/>
                  </a:lnTo>
                  <a:lnTo>
                    <a:pt x="306285" y="88493"/>
                  </a:lnTo>
                  <a:lnTo>
                    <a:pt x="339458" y="88493"/>
                  </a:lnTo>
                  <a:lnTo>
                    <a:pt x="339458" y="74282"/>
                  </a:lnTo>
                  <a:close/>
                </a:path>
              </a:pathLst>
            </a:custGeom>
            <a:solidFill>
              <a:srgbClr val="D766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3698014" y="4172324"/>
              <a:ext cx="408940" cy="407670"/>
            </a:xfrm>
            <a:custGeom>
              <a:avLst/>
              <a:gdLst/>
              <a:ahLst/>
              <a:cxnLst/>
              <a:rect l="l" t="t" r="r" b="b"/>
              <a:pathLst>
                <a:path w="408939" h="407670">
                  <a:moveTo>
                    <a:pt x="354188" y="0"/>
                  </a:moveTo>
                  <a:lnTo>
                    <a:pt x="53451" y="0"/>
                  </a:lnTo>
                  <a:lnTo>
                    <a:pt x="32663" y="5080"/>
                  </a:lnTo>
                  <a:lnTo>
                    <a:pt x="15671" y="16510"/>
                  </a:lnTo>
                  <a:lnTo>
                    <a:pt x="4206" y="33020"/>
                  </a:lnTo>
                  <a:lnTo>
                    <a:pt x="0" y="53340"/>
                  </a:lnTo>
                  <a:lnTo>
                    <a:pt x="0" y="354330"/>
                  </a:lnTo>
                  <a:lnTo>
                    <a:pt x="4206" y="375920"/>
                  </a:lnTo>
                  <a:lnTo>
                    <a:pt x="15671" y="392430"/>
                  </a:lnTo>
                  <a:lnTo>
                    <a:pt x="32663" y="403860"/>
                  </a:lnTo>
                  <a:lnTo>
                    <a:pt x="53451" y="407670"/>
                  </a:lnTo>
                  <a:lnTo>
                    <a:pt x="236242" y="407670"/>
                  </a:lnTo>
                  <a:lnTo>
                    <a:pt x="236242" y="389890"/>
                  </a:lnTo>
                  <a:lnTo>
                    <a:pt x="53451" y="389890"/>
                  </a:lnTo>
                  <a:lnTo>
                    <a:pt x="39897" y="387350"/>
                  </a:lnTo>
                  <a:lnTo>
                    <a:pt x="28815" y="379730"/>
                  </a:lnTo>
                  <a:lnTo>
                    <a:pt x="21335" y="368300"/>
                  </a:lnTo>
                  <a:lnTo>
                    <a:pt x="18591" y="354330"/>
                  </a:lnTo>
                  <a:lnTo>
                    <a:pt x="18591" y="53340"/>
                  </a:lnTo>
                  <a:lnTo>
                    <a:pt x="21335" y="40640"/>
                  </a:lnTo>
                  <a:lnTo>
                    <a:pt x="28815" y="29210"/>
                  </a:lnTo>
                  <a:lnTo>
                    <a:pt x="39897" y="21590"/>
                  </a:lnTo>
                  <a:lnTo>
                    <a:pt x="53451" y="19050"/>
                  </a:lnTo>
                  <a:lnTo>
                    <a:pt x="393733" y="19050"/>
                  </a:lnTo>
                  <a:lnTo>
                    <a:pt x="391969" y="16510"/>
                  </a:lnTo>
                  <a:lnTo>
                    <a:pt x="374978" y="5080"/>
                  </a:lnTo>
                  <a:lnTo>
                    <a:pt x="354188" y="0"/>
                  </a:lnTo>
                  <a:close/>
                </a:path>
                <a:path w="408939" h="407670">
                  <a:moveTo>
                    <a:pt x="325403" y="165100"/>
                  </a:moveTo>
                  <a:lnTo>
                    <a:pt x="294932" y="167640"/>
                  </a:lnTo>
                  <a:lnTo>
                    <a:pt x="268244" y="173990"/>
                  </a:lnTo>
                  <a:lnTo>
                    <a:pt x="249315" y="186690"/>
                  </a:lnTo>
                  <a:lnTo>
                    <a:pt x="242121" y="203200"/>
                  </a:lnTo>
                  <a:lnTo>
                    <a:pt x="242121" y="368300"/>
                  </a:lnTo>
                  <a:lnTo>
                    <a:pt x="249315" y="384810"/>
                  </a:lnTo>
                  <a:lnTo>
                    <a:pt x="268244" y="396240"/>
                  </a:lnTo>
                  <a:lnTo>
                    <a:pt x="294932" y="403860"/>
                  </a:lnTo>
                  <a:lnTo>
                    <a:pt x="325403" y="406400"/>
                  </a:lnTo>
                  <a:lnTo>
                    <a:pt x="355868" y="403860"/>
                  </a:lnTo>
                  <a:lnTo>
                    <a:pt x="382554" y="396240"/>
                  </a:lnTo>
                  <a:lnTo>
                    <a:pt x="397276" y="387350"/>
                  </a:lnTo>
                  <a:lnTo>
                    <a:pt x="325403" y="387350"/>
                  </a:lnTo>
                  <a:lnTo>
                    <a:pt x="297288" y="384810"/>
                  </a:lnTo>
                  <a:lnTo>
                    <a:pt x="277052" y="379730"/>
                  </a:lnTo>
                  <a:lnTo>
                    <a:pt x="264818" y="373380"/>
                  </a:lnTo>
                  <a:lnTo>
                    <a:pt x="260713" y="368300"/>
                  </a:lnTo>
                  <a:lnTo>
                    <a:pt x="260713" y="341630"/>
                  </a:lnTo>
                  <a:lnTo>
                    <a:pt x="408676" y="341630"/>
                  </a:lnTo>
                  <a:lnTo>
                    <a:pt x="408676" y="336550"/>
                  </a:lnTo>
                  <a:lnTo>
                    <a:pt x="325403" y="336550"/>
                  </a:lnTo>
                  <a:lnTo>
                    <a:pt x="277052" y="328930"/>
                  </a:lnTo>
                  <a:lnTo>
                    <a:pt x="260713" y="317500"/>
                  </a:lnTo>
                  <a:lnTo>
                    <a:pt x="260713" y="285750"/>
                  </a:lnTo>
                  <a:lnTo>
                    <a:pt x="408676" y="285750"/>
                  </a:lnTo>
                  <a:lnTo>
                    <a:pt x="408676" y="280670"/>
                  </a:lnTo>
                  <a:lnTo>
                    <a:pt x="325403" y="280670"/>
                  </a:lnTo>
                  <a:lnTo>
                    <a:pt x="297288" y="278130"/>
                  </a:lnTo>
                  <a:lnTo>
                    <a:pt x="277052" y="273050"/>
                  </a:lnTo>
                  <a:lnTo>
                    <a:pt x="264818" y="266700"/>
                  </a:lnTo>
                  <a:lnTo>
                    <a:pt x="260713" y="260350"/>
                  </a:lnTo>
                  <a:lnTo>
                    <a:pt x="260713" y="227330"/>
                  </a:lnTo>
                  <a:lnTo>
                    <a:pt x="408676" y="227330"/>
                  </a:lnTo>
                  <a:lnTo>
                    <a:pt x="408676" y="222250"/>
                  </a:lnTo>
                  <a:lnTo>
                    <a:pt x="325403" y="222250"/>
                  </a:lnTo>
                  <a:lnTo>
                    <a:pt x="297288" y="219710"/>
                  </a:lnTo>
                  <a:lnTo>
                    <a:pt x="277052" y="214630"/>
                  </a:lnTo>
                  <a:lnTo>
                    <a:pt x="264818" y="208280"/>
                  </a:lnTo>
                  <a:lnTo>
                    <a:pt x="260713" y="203200"/>
                  </a:lnTo>
                  <a:lnTo>
                    <a:pt x="264818" y="196850"/>
                  </a:lnTo>
                  <a:lnTo>
                    <a:pt x="277052" y="190500"/>
                  </a:lnTo>
                  <a:lnTo>
                    <a:pt x="297288" y="185420"/>
                  </a:lnTo>
                  <a:lnTo>
                    <a:pt x="325403" y="182880"/>
                  </a:lnTo>
                  <a:lnTo>
                    <a:pt x="395804" y="182880"/>
                  </a:lnTo>
                  <a:lnTo>
                    <a:pt x="382554" y="173990"/>
                  </a:lnTo>
                  <a:lnTo>
                    <a:pt x="355868" y="167640"/>
                  </a:lnTo>
                  <a:lnTo>
                    <a:pt x="325403" y="165100"/>
                  </a:lnTo>
                  <a:close/>
                </a:path>
                <a:path w="408939" h="407670">
                  <a:moveTo>
                    <a:pt x="408676" y="341630"/>
                  </a:moveTo>
                  <a:lnTo>
                    <a:pt x="390085" y="341630"/>
                  </a:lnTo>
                  <a:lnTo>
                    <a:pt x="390085" y="368300"/>
                  </a:lnTo>
                  <a:lnTo>
                    <a:pt x="385979" y="373380"/>
                  </a:lnTo>
                  <a:lnTo>
                    <a:pt x="373747" y="379730"/>
                  </a:lnTo>
                  <a:lnTo>
                    <a:pt x="353513" y="384810"/>
                  </a:lnTo>
                  <a:lnTo>
                    <a:pt x="325403" y="387350"/>
                  </a:lnTo>
                  <a:lnTo>
                    <a:pt x="397276" y="387350"/>
                  </a:lnTo>
                  <a:lnTo>
                    <a:pt x="401483" y="384810"/>
                  </a:lnTo>
                  <a:lnTo>
                    <a:pt x="408676" y="368300"/>
                  </a:lnTo>
                  <a:lnTo>
                    <a:pt x="408676" y="341630"/>
                  </a:lnTo>
                  <a:close/>
                </a:path>
                <a:path w="408939" h="407670">
                  <a:moveTo>
                    <a:pt x="390085" y="341630"/>
                  </a:moveTo>
                  <a:lnTo>
                    <a:pt x="260713" y="341630"/>
                  </a:lnTo>
                  <a:lnTo>
                    <a:pt x="274191" y="347980"/>
                  </a:lnTo>
                  <a:lnTo>
                    <a:pt x="289990" y="351790"/>
                  </a:lnTo>
                  <a:lnTo>
                    <a:pt x="307323" y="354330"/>
                  </a:lnTo>
                  <a:lnTo>
                    <a:pt x="325403" y="355600"/>
                  </a:lnTo>
                  <a:lnTo>
                    <a:pt x="343481" y="354330"/>
                  </a:lnTo>
                  <a:lnTo>
                    <a:pt x="360811" y="351790"/>
                  </a:lnTo>
                  <a:lnTo>
                    <a:pt x="376608" y="347980"/>
                  </a:lnTo>
                  <a:lnTo>
                    <a:pt x="390085" y="341630"/>
                  </a:lnTo>
                  <a:close/>
                </a:path>
                <a:path w="408939" h="407670">
                  <a:moveTo>
                    <a:pt x="408676" y="285750"/>
                  </a:moveTo>
                  <a:lnTo>
                    <a:pt x="390085" y="285750"/>
                  </a:lnTo>
                  <a:lnTo>
                    <a:pt x="390085" y="317500"/>
                  </a:lnTo>
                  <a:lnTo>
                    <a:pt x="385979" y="322580"/>
                  </a:lnTo>
                  <a:lnTo>
                    <a:pt x="373747" y="328930"/>
                  </a:lnTo>
                  <a:lnTo>
                    <a:pt x="353513" y="334010"/>
                  </a:lnTo>
                  <a:lnTo>
                    <a:pt x="325403" y="336550"/>
                  </a:lnTo>
                  <a:lnTo>
                    <a:pt x="408676" y="336550"/>
                  </a:lnTo>
                  <a:lnTo>
                    <a:pt x="408676" y="285750"/>
                  </a:lnTo>
                  <a:close/>
                </a:path>
                <a:path w="408939" h="407670">
                  <a:moveTo>
                    <a:pt x="390085" y="285750"/>
                  </a:moveTo>
                  <a:lnTo>
                    <a:pt x="260713" y="285750"/>
                  </a:lnTo>
                  <a:lnTo>
                    <a:pt x="274191" y="290830"/>
                  </a:lnTo>
                  <a:lnTo>
                    <a:pt x="289990" y="295910"/>
                  </a:lnTo>
                  <a:lnTo>
                    <a:pt x="307323" y="298450"/>
                  </a:lnTo>
                  <a:lnTo>
                    <a:pt x="343481" y="298450"/>
                  </a:lnTo>
                  <a:lnTo>
                    <a:pt x="360811" y="295910"/>
                  </a:lnTo>
                  <a:lnTo>
                    <a:pt x="376608" y="290830"/>
                  </a:lnTo>
                  <a:lnTo>
                    <a:pt x="390085" y="285750"/>
                  </a:lnTo>
                  <a:close/>
                </a:path>
                <a:path w="408939" h="407670">
                  <a:moveTo>
                    <a:pt x="408676" y="227330"/>
                  </a:moveTo>
                  <a:lnTo>
                    <a:pt x="390085" y="227330"/>
                  </a:lnTo>
                  <a:lnTo>
                    <a:pt x="390085" y="260350"/>
                  </a:lnTo>
                  <a:lnTo>
                    <a:pt x="385979" y="266700"/>
                  </a:lnTo>
                  <a:lnTo>
                    <a:pt x="373747" y="273050"/>
                  </a:lnTo>
                  <a:lnTo>
                    <a:pt x="353513" y="278130"/>
                  </a:lnTo>
                  <a:lnTo>
                    <a:pt x="325403" y="280670"/>
                  </a:lnTo>
                  <a:lnTo>
                    <a:pt x="408676" y="280670"/>
                  </a:lnTo>
                  <a:lnTo>
                    <a:pt x="408676" y="227330"/>
                  </a:lnTo>
                  <a:close/>
                </a:path>
                <a:path w="408939" h="407670">
                  <a:moveTo>
                    <a:pt x="390085" y="227330"/>
                  </a:moveTo>
                  <a:lnTo>
                    <a:pt x="260713" y="227330"/>
                  </a:lnTo>
                  <a:lnTo>
                    <a:pt x="274191" y="233680"/>
                  </a:lnTo>
                  <a:lnTo>
                    <a:pt x="289990" y="237490"/>
                  </a:lnTo>
                  <a:lnTo>
                    <a:pt x="307323" y="240030"/>
                  </a:lnTo>
                  <a:lnTo>
                    <a:pt x="325403" y="241300"/>
                  </a:lnTo>
                  <a:lnTo>
                    <a:pt x="343481" y="240030"/>
                  </a:lnTo>
                  <a:lnTo>
                    <a:pt x="360811" y="237490"/>
                  </a:lnTo>
                  <a:lnTo>
                    <a:pt x="376608" y="233680"/>
                  </a:lnTo>
                  <a:lnTo>
                    <a:pt x="390085" y="227330"/>
                  </a:lnTo>
                  <a:close/>
                </a:path>
                <a:path w="408939" h="407670">
                  <a:moveTo>
                    <a:pt x="395804" y="182880"/>
                  </a:moveTo>
                  <a:lnTo>
                    <a:pt x="325403" y="182880"/>
                  </a:lnTo>
                  <a:lnTo>
                    <a:pt x="353513" y="185420"/>
                  </a:lnTo>
                  <a:lnTo>
                    <a:pt x="373747" y="190500"/>
                  </a:lnTo>
                  <a:lnTo>
                    <a:pt x="385979" y="196850"/>
                  </a:lnTo>
                  <a:lnTo>
                    <a:pt x="390085" y="203200"/>
                  </a:lnTo>
                  <a:lnTo>
                    <a:pt x="385979" y="208280"/>
                  </a:lnTo>
                  <a:lnTo>
                    <a:pt x="373747" y="214630"/>
                  </a:lnTo>
                  <a:lnTo>
                    <a:pt x="353513" y="219710"/>
                  </a:lnTo>
                  <a:lnTo>
                    <a:pt x="325403" y="222250"/>
                  </a:lnTo>
                  <a:lnTo>
                    <a:pt x="408676" y="222250"/>
                  </a:lnTo>
                  <a:lnTo>
                    <a:pt x="408676" y="203200"/>
                  </a:lnTo>
                  <a:lnTo>
                    <a:pt x="401483" y="186690"/>
                  </a:lnTo>
                  <a:lnTo>
                    <a:pt x="395804" y="182880"/>
                  </a:lnTo>
                  <a:close/>
                </a:path>
                <a:path w="408939" h="407670">
                  <a:moveTo>
                    <a:pt x="393733" y="19050"/>
                  </a:moveTo>
                  <a:lnTo>
                    <a:pt x="354188" y="19050"/>
                  </a:lnTo>
                  <a:lnTo>
                    <a:pt x="367743" y="21590"/>
                  </a:lnTo>
                  <a:lnTo>
                    <a:pt x="378824" y="29210"/>
                  </a:lnTo>
                  <a:lnTo>
                    <a:pt x="386303" y="40640"/>
                  </a:lnTo>
                  <a:lnTo>
                    <a:pt x="389047" y="53340"/>
                  </a:lnTo>
                  <a:lnTo>
                    <a:pt x="389047" y="171450"/>
                  </a:lnTo>
                  <a:lnTo>
                    <a:pt x="407638" y="171450"/>
                  </a:lnTo>
                  <a:lnTo>
                    <a:pt x="407638" y="53340"/>
                  </a:lnTo>
                  <a:lnTo>
                    <a:pt x="403432" y="33020"/>
                  </a:lnTo>
                  <a:lnTo>
                    <a:pt x="393733" y="19050"/>
                  </a:lnTo>
                  <a:close/>
                </a:path>
                <a:path w="408939" h="407670">
                  <a:moveTo>
                    <a:pt x="147771" y="78740"/>
                  </a:moveTo>
                  <a:lnTo>
                    <a:pt x="132479" y="78740"/>
                  </a:lnTo>
                  <a:lnTo>
                    <a:pt x="149870" y="133350"/>
                  </a:lnTo>
                  <a:lnTo>
                    <a:pt x="149769" y="134620"/>
                  </a:lnTo>
                  <a:lnTo>
                    <a:pt x="149669" y="135890"/>
                  </a:lnTo>
                  <a:lnTo>
                    <a:pt x="149243" y="138430"/>
                  </a:lnTo>
                  <a:lnTo>
                    <a:pt x="148367" y="140970"/>
                  </a:lnTo>
                  <a:lnTo>
                    <a:pt x="147027" y="142240"/>
                  </a:lnTo>
                  <a:lnTo>
                    <a:pt x="145702" y="144780"/>
                  </a:lnTo>
                  <a:lnTo>
                    <a:pt x="135958" y="144780"/>
                  </a:lnTo>
                  <a:lnTo>
                    <a:pt x="135958" y="153670"/>
                  </a:lnTo>
                  <a:lnTo>
                    <a:pt x="139126" y="154940"/>
                  </a:lnTo>
                  <a:lnTo>
                    <a:pt x="142217" y="156210"/>
                  </a:lnTo>
                  <a:lnTo>
                    <a:pt x="149243" y="156210"/>
                  </a:lnTo>
                  <a:lnTo>
                    <a:pt x="152465" y="154940"/>
                  </a:lnTo>
                  <a:lnTo>
                    <a:pt x="157392" y="149860"/>
                  </a:lnTo>
                  <a:lnTo>
                    <a:pt x="159367" y="146050"/>
                  </a:lnTo>
                  <a:lnTo>
                    <a:pt x="167367" y="118110"/>
                  </a:lnTo>
                  <a:lnTo>
                    <a:pt x="155881" y="118110"/>
                  </a:lnTo>
                  <a:lnTo>
                    <a:pt x="147771" y="78740"/>
                  </a:lnTo>
                  <a:close/>
                </a:path>
                <a:path w="408939" h="407670">
                  <a:moveTo>
                    <a:pt x="274098" y="58420"/>
                  </a:moveTo>
                  <a:lnTo>
                    <a:pt x="255554" y="58420"/>
                  </a:lnTo>
                  <a:lnTo>
                    <a:pt x="248357" y="60960"/>
                  </a:lnTo>
                  <a:lnTo>
                    <a:pt x="235736" y="92710"/>
                  </a:lnTo>
                  <a:lnTo>
                    <a:pt x="235834" y="101600"/>
                  </a:lnTo>
                  <a:lnTo>
                    <a:pt x="254508" y="134620"/>
                  </a:lnTo>
                  <a:lnTo>
                    <a:pt x="263354" y="134620"/>
                  </a:lnTo>
                  <a:lnTo>
                    <a:pt x="267011" y="138430"/>
                  </a:lnTo>
                  <a:lnTo>
                    <a:pt x="271395" y="142240"/>
                  </a:lnTo>
                  <a:lnTo>
                    <a:pt x="276523" y="144780"/>
                  </a:lnTo>
                  <a:lnTo>
                    <a:pt x="281651" y="148590"/>
                  </a:lnTo>
                  <a:lnTo>
                    <a:pt x="292543" y="151130"/>
                  </a:lnTo>
                  <a:lnTo>
                    <a:pt x="292543" y="138430"/>
                  </a:lnTo>
                  <a:lnTo>
                    <a:pt x="288685" y="138430"/>
                  </a:lnTo>
                  <a:lnTo>
                    <a:pt x="285416" y="137160"/>
                  </a:lnTo>
                  <a:lnTo>
                    <a:pt x="280079" y="135890"/>
                  </a:lnTo>
                  <a:lnTo>
                    <a:pt x="277654" y="134620"/>
                  </a:lnTo>
                  <a:lnTo>
                    <a:pt x="275477" y="132080"/>
                  </a:lnTo>
                  <a:lnTo>
                    <a:pt x="281512" y="130810"/>
                  </a:lnTo>
                  <a:lnTo>
                    <a:pt x="286129" y="125730"/>
                  </a:lnTo>
                  <a:lnTo>
                    <a:pt x="288048" y="121920"/>
                  </a:lnTo>
                  <a:lnTo>
                    <a:pt x="260194" y="121920"/>
                  </a:lnTo>
                  <a:lnTo>
                    <a:pt x="256677" y="120650"/>
                  </a:lnTo>
                  <a:lnTo>
                    <a:pt x="251905" y="111760"/>
                  </a:lnTo>
                  <a:lnTo>
                    <a:pt x="250720" y="105410"/>
                  </a:lnTo>
                  <a:lnTo>
                    <a:pt x="250720" y="87630"/>
                  </a:lnTo>
                  <a:lnTo>
                    <a:pt x="251874" y="81280"/>
                  </a:lnTo>
                  <a:lnTo>
                    <a:pt x="256514" y="72390"/>
                  </a:lnTo>
                  <a:lnTo>
                    <a:pt x="260062" y="69850"/>
                  </a:lnTo>
                  <a:lnTo>
                    <a:pt x="287279" y="69850"/>
                  </a:lnTo>
                  <a:lnTo>
                    <a:pt x="281303" y="60960"/>
                  </a:lnTo>
                  <a:lnTo>
                    <a:pt x="274098" y="58420"/>
                  </a:lnTo>
                  <a:close/>
                </a:path>
                <a:path w="408939" h="407670">
                  <a:moveTo>
                    <a:pt x="184016" y="119380"/>
                  </a:moveTo>
                  <a:lnTo>
                    <a:pt x="184016" y="129540"/>
                  </a:lnTo>
                  <a:lnTo>
                    <a:pt x="186255" y="130810"/>
                  </a:lnTo>
                  <a:lnTo>
                    <a:pt x="189036" y="132080"/>
                  </a:lnTo>
                  <a:lnTo>
                    <a:pt x="195643" y="134620"/>
                  </a:lnTo>
                  <a:lnTo>
                    <a:pt x="209819" y="134620"/>
                  </a:lnTo>
                  <a:lnTo>
                    <a:pt x="215776" y="132080"/>
                  </a:lnTo>
                  <a:lnTo>
                    <a:pt x="224421" y="124460"/>
                  </a:lnTo>
                  <a:lnTo>
                    <a:pt x="225502" y="121920"/>
                  </a:lnTo>
                  <a:lnTo>
                    <a:pt x="196093" y="121920"/>
                  </a:lnTo>
                  <a:lnTo>
                    <a:pt x="189547" y="120650"/>
                  </a:lnTo>
                  <a:lnTo>
                    <a:pt x="186619" y="120650"/>
                  </a:lnTo>
                  <a:lnTo>
                    <a:pt x="184016" y="119380"/>
                  </a:lnTo>
                  <a:close/>
                </a:path>
                <a:path w="408939" h="407670">
                  <a:moveTo>
                    <a:pt x="78332" y="59690"/>
                  </a:moveTo>
                  <a:lnTo>
                    <a:pt x="61461" y="59690"/>
                  </a:lnTo>
                  <a:lnTo>
                    <a:pt x="61461" y="133350"/>
                  </a:lnTo>
                  <a:lnTo>
                    <a:pt x="74637" y="133350"/>
                  </a:lnTo>
                  <a:lnTo>
                    <a:pt x="74637" y="81280"/>
                  </a:lnTo>
                  <a:lnTo>
                    <a:pt x="86336" y="81280"/>
                  </a:lnTo>
                  <a:lnTo>
                    <a:pt x="78332" y="59690"/>
                  </a:lnTo>
                  <a:close/>
                </a:path>
                <a:path w="408939" h="407670">
                  <a:moveTo>
                    <a:pt x="124903" y="81280"/>
                  </a:moveTo>
                  <a:lnTo>
                    <a:pt x="111735" y="81280"/>
                  </a:lnTo>
                  <a:lnTo>
                    <a:pt x="111735" y="133350"/>
                  </a:lnTo>
                  <a:lnTo>
                    <a:pt x="124903" y="133350"/>
                  </a:lnTo>
                  <a:lnTo>
                    <a:pt x="124903" y="81280"/>
                  </a:lnTo>
                  <a:close/>
                </a:path>
                <a:path w="408939" h="407670">
                  <a:moveTo>
                    <a:pt x="321313" y="59690"/>
                  </a:moveTo>
                  <a:lnTo>
                    <a:pt x="306548" y="59690"/>
                  </a:lnTo>
                  <a:lnTo>
                    <a:pt x="306548" y="133350"/>
                  </a:lnTo>
                  <a:lnTo>
                    <a:pt x="346171" y="133350"/>
                  </a:lnTo>
                  <a:lnTo>
                    <a:pt x="346171" y="120650"/>
                  </a:lnTo>
                  <a:lnTo>
                    <a:pt x="321313" y="120650"/>
                  </a:lnTo>
                  <a:lnTo>
                    <a:pt x="321313" y="59690"/>
                  </a:lnTo>
                  <a:close/>
                </a:path>
                <a:path w="408939" h="407670">
                  <a:moveTo>
                    <a:pt x="211585" y="58420"/>
                  </a:moveTo>
                  <a:lnTo>
                    <a:pt x="197696" y="58420"/>
                  </a:lnTo>
                  <a:lnTo>
                    <a:pt x="190879" y="62230"/>
                  </a:lnTo>
                  <a:lnTo>
                    <a:pt x="188191" y="64770"/>
                  </a:lnTo>
                  <a:lnTo>
                    <a:pt x="184256" y="71120"/>
                  </a:lnTo>
                  <a:lnTo>
                    <a:pt x="183280" y="74930"/>
                  </a:lnTo>
                  <a:lnTo>
                    <a:pt x="183280" y="83820"/>
                  </a:lnTo>
                  <a:lnTo>
                    <a:pt x="184403" y="87630"/>
                  </a:lnTo>
                  <a:lnTo>
                    <a:pt x="188896" y="93980"/>
                  </a:lnTo>
                  <a:lnTo>
                    <a:pt x="192622" y="97790"/>
                  </a:lnTo>
                  <a:lnTo>
                    <a:pt x="206387" y="105410"/>
                  </a:lnTo>
                  <a:lnTo>
                    <a:pt x="208456" y="106680"/>
                  </a:lnTo>
                  <a:lnTo>
                    <a:pt x="210911" y="109220"/>
                  </a:lnTo>
                  <a:lnTo>
                    <a:pt x="211523" y="111760"/>
                  </a:lnTo>
                  <a:lnTo>
                    <a:pt x="211523" y="116840"/>
                  </a:lnTo>
                  <a:lnTo>
                    <a:pt x="210632" y="118110"/>
                  </a:lnTo>
                  <a:lnTo>
                    <a:pt x="207123" y="121920"/>
                  </a:lnTo>
                  <a:lnTo>
                    <a:pt x="225502" y="121920"/>
                  </a:lnTo>
                  <a:lnTo>
                    <a:pt x="226582" y="119380"/>
                  </a:lnTo>
                  <a:lnTo>
                    <a:pt x="226582" y="109220"/>
                  </a:lnTo>
                  <a:lnTo>
                    <a:pt x="202840" y="86360"/>
                  </a:lnTo>
                  <a:lnTo>
                    <a:pt x="200756" y="85090"/>
                  </a:lnTo>
                  <a:lnTo>
                    <a:pt x="198564" y="82550"/>
                  </a:lnTo>
                  <a:lnTo>
                    <a:pt x="198037" y="80010"/>
                  </a:lnTo>
                  <a:lnTo>
                    <a:pt x="198037" y="76200"/>
                  </a:lnTo>
                  <a:lnTo>
                    <a:pt x="198873" y="73660"/>
                  </a:lnTo>
                  <a:lnTo>
                    <a:pt x="202243" y="71120"/>
                  </a:lnTo>
                  <a:lnTo>
                    <a:pt x="204559" y="69850"/>
                  </a:lnTo>
                  <a:lnTo>
                    <a:pt x="222585" y="69850"/>
                  </a:lnTo>
                  <a:lnTo>
                    <a:pt x="222585" y="62230"/>
                  </a:lnTo>
                  <a:lnTo>
                    <a:pt x="217108" y="59690"/>
                  </a:lnTo>
                  <a:lnTo>
                    <a:pt x="211585" y="58420"/>
                  </a:lnTo>
                  <a:close/>
                </a:path>
                <a:path w="408939" h="407670">
                  <a:moveTo>
                    <a:pt x="287279" y="69850"/>
                  </a:moveTo>
                  <a:lnTo>
                    <a:pt x="269598" y="69850"/>
                  </a:lnTo>
                  <a:lnTo>
                    <a:pt x="273161" y="72390"/>
                  </a:lnTo>
                  <a:lnTo>
                    <a:pt x="277793" y="81280"/>
                  </a:lnTo>
                  <a:lnTo>
                    <a:pt x="278955" y="87630"/>
                  </a:lnTo>
                  <a:lnTo>
                    <a:pt x="278955" y="105410"/>
                  </a:lnTo>
                  <a:lnTo>
                    <a:pt x="277755" y="111760"/>
                  </a:lnTo>
                  <a:lnTo>
                    <a:pt x="272975" y="120650"/>
                  </a:lnTo>
                  <a:lnTo>
                    <a:pt x="269458" y="121920"/>
                  </a:lnTo>
                  <a:lnTo>
                    <a:pt x="288048" y="121920"/>
                  </a:lnTo>
                  <a:lnTo>
                    <a:pt x="292527" y="113030"/>
                  </a:lnTo>
                  <a:lnTo>
                    <a:pt x="294123" y="105410"/>
                  </a:lnTo>
                  <a:lnTo>
                    <a:pt x="294054" y="95250"/>
                  </a:lnTo>
                  <a:lnTo>
                    <a:pt x="293642" y="87630"/>
                  </a:lnTo>
                  <a:lnTo>
                    <a:pt x="292201" y="80010"/>
                  </a:lnTo>
                  <a:lnTo>
                    <a:pt x="289799" y="73660"/>
                  </a:lnTo>
                  <a:lnTo>
                    <a:pt x="287279" y="69850"/>
                  </a:lnTo>
                  <a:close/>
                </a:path>
                <a:path w="408939" h="407670">
                  <a:moveTo>
                    <a:pt x="178640" y="78740"/>
                  </a:moveTo>
                  <a:lnTo>
                    <a:pt x="163782" y="78740"/>
                  </a:lnTo>
                  <a:lnTo>
                    <a:pt x="155881" y="118110"/>
                  </a:lnTo>
                  <a:lnTo>
                    <a:pt x="167367" y="118110"/>
                  </a:lnTo>
                  <a:lnTo>
                    <a:pt x="178640" y="78740"/>
                  </a:lnTo>
                  <a:close/>
                </a:path>
                <a:path w="408939" h="407670">
                  <a:moveTo>
                    <a:pt x="86336" y="81280"/>
                  </a:moveTo>
                  <a:lnTo>
                    <a:pt x="74637" y="81280"/>
                  </a:lnTo>
                  <a:lnTo>
                    <a:pt x="86869" y="114300"/>
                  </a:lnTo>
                  <a:lnTo>
                    <a:pt x="99410" y="114300"/>
                  </a:lnTo>
                  <a:lnTo>
                    <a:pt x="104624" y="100330"/>
                  </a:lnTo>
                  <a:lnTo>
                    <a:pt x="93399" y="100330"/>
                  </a:lnTo>
                  <a:lnTo>
                    <a:pt x="86336" y="81280"/>
                  </a:lnTo>
                  <a:close/>
                </a:path>
                <a:path w="408939" h="407670">
                  <a:moveTo>
                    <a:pt x="124903" y="59690"/>
                  </a:moveTo>
                  <a:lnTo>
                    <a:pt x="108458" y="59690"/>
                  </a:lnTo>
                  <a:lnTo>
                    <a:pt x="93399" y="100330"/>
                  </a:lnTo>
                  <a:lnTo>
                    <a:pt x="104624" y="100330"/>
                  </a:lnTo>
                  <a:lnTo>
                    <a:pt x="111735" y="81280"/>
                  </a:lnTo>
                  <a:lnTo>
                    <a:pt x="124903" y="81280"/>
                  </a:lnTo>
                  <a:lnTo>
                    <a:pt x="124903" y="59690"/>
                  </a:lnTo>
                  <a:close/>
                </a:path>
                <a:path w="408939" h="407670">
                  <a:moveTo>
                    <a:pt x="222585" y="69850"/>
                  </a:moveTo>
                  <a:lnTo>
                    <a:pt x="211864" y="69850"/>
                  </a:lnTo>
                  <a:lnTo>
                    <a:pt x="216884" y="71120"/>
                  </a:lnTo>
                  <a:lnTo>
                    <a:pt x="222585" y="73660"/>
                  </a:lnTo>
                  <a:lnTo>
                    <a:pt x="222585" y="69850"/>
                  </a:lnTo>
                  <a:close/>
                </a:path>
              </a:pathLst>
            </a:custGeom>
            <a:solidFill>
              <a:srgbClr val="C82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3270630" y="4376420"/>
            <a:ext cx="63817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"/>
                <a:cs typeface="Arial"/>
              </a:rPr>
              <a:t>Read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Replica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2223516" y="2248865"/>
            <a:ext cx="1444625" cy="2090420"/>
            <a:chOff x="2223516" y="2248865"/>
            <a:chExt cx="1444625" cy="2090420"/>
          </a:xfrm>
        </p:grpSpPr>
        <p:sp>
          <p:nvSpPr>
            <p:cNvPr id="69" name="object 69"/>
            <p:cNvSpPr/>
            <p:nvPr/>
          </p:nvSpPr>
          <p:spPr>
            <a:xfrm>
              <a:off x="2542476" y="2248865"/>
              <a:ext cx="279400" cy="257810"/>
            </a:xfrm>
            <a:custGeom>
              <a:avLst/>
              <a:gdLst/>
              <a:ahLst/>
              <a:cxnLst/>
              <a:rect l="l" t="t" r="r" b="b"/>
              <a:pathLst>
                <a:path w="279400" h="257810">
                  <a:moveTo>
                    <a:pt x="276024" y="0"/>
                  </a:moveTo>
                  <a:lnTo>
                    <a:pt x="2839" y="0"/>
                  </a:lnTo>
                  <a:lnTo>
                    <a:pt x="0" y="2845"/>
                  </a:lnTo>
                  <a:lnTo>
                    <a:pt x="0" y="254364"/>
                  </a:lnTo>
                  <a:lnTo>
                    <a:pt x="2839" y="257206"/>
                  </a:lnTo>
                  <a:lnTo>
                    <a:pt x="189551" y="257206"/>
                  </a:lnTo>
                  <a:lnTo>
                    <a:pt x="189551" y="244491"/>
                  </a:lnTo>
                  <a:lnTo>
                    <a:pt x="12704" y="244491"/>
                  </a:lnTo>
                  <a:lnTo>
                    <a:pt x="12704" y="46057"/>
                  </a:lnTo>
                  <a:lnTo>
                    <a:pt x="278871" y="46057"/>
                  </a:lnTo>
                  <a:lnTo>
                    <a:pt x="278861" y="33341"/>
                  </a:lnTo>
                  <a:lnTo>
                    <a:pt x="12704" y="33341"/>
                  </a:lnTo>
                  <a:lnTo>
                    <a:pt x="12704" y="12715"/>
                  </a:lnTo>
                  <a:lnTo>
                    <a:pt x="278861" y="12715"/>
                  </a:lnTo>
                  <a:lnTo>
                    <a:pt x="278861" y="2845"/>
                  </a:lnTo>
                  <a:lnTo>
                    <a:pt x="276024" y="0"/>
                  </a:lnTo>
                  <a:close/>
                </a:path>
                <a:path w="279400" h="257810">
                  <a:moveTo>
                    <a:pt x="278871" y="46057"/>
                  </a:moveTo>
                  <a:lnTo>
                    <a:pt x="266173" y="46057"/>
                  </a:lnTo>
                  <a:lnTo>
                    <a:pt x="266219" y="77276"/>
                  </a:lnTo>
                  <a:lnTo>
                    <a:pt x="266342" y="161149"/>
                  </a:lnTo>
                  <a:lnTo>
                    <a:pt x="266464" y="244491"/>
                  </a:lnTo>
                  <a:lnTo>
                    <a:pt x="245068" y="244491"/>
                  </a:lnTo>
                  <a:lnTo>
                    <a:pt x="245068" y="257206"/>
                  </a:lnTo>
                  <a:lnTo>
                    <a:pt x="274510" y="257206"/>
                  </a:lnTo>
                  <a:lnTo>
                    <a:pt x="276130" y="256539"/>
                  </a:lnTo>
                  <a:lnTo>
                    <a:pt x="278512" y="254148"/>
                  </a:lnTo>
                  <a:lnTo>
                    <a:pt x="279179" y="252527"/>
                  </a:lnTo>
                  <a:lnTo>
                    <a:pt x="279055" y="169427"/>
                  </a:lnTo>
                  <a:lnTo>
                    <a:pt x="278931" y="86640"/>
                  </a:lnTo>
                  <a:lnTo>
                    <a:pt x="278871" y="46057"/>
                  </a:lnTo>
                  <a:close/>
                </a:path>
                <a:path w="279400" h="257810">
                  <a:moveTo>
                    <a:pt x="118180" y="178617"/>
                  </a:moveTo>
                  <a:lnTo>
                    <a:pt x="105476" y="178617"/>
                  </a:lnTo>
                  <a:lnTo>
                    <a:pt x="105476" y="231082"/>
                  </a:lnTo>
                  <a:lnTo>
                    <a:pt x="106895" y="233314"/>
                  </a:lnTo>
                  <a:lnTo>
                    <a:pt x="111325" y="235424"/>
                  </a:lnTo>
                  <a:lnTo>
                    <a:pt x="113951" y="235094"/>
                  </a:lnTo>
                  <a:lnTo>
                    <a:pt x="138247" y="215206"/>
                  </a:lnTo>
                  <a:lnTo>
                    <a:pt x="118180" y="215206"/>
                  </a:lnTo>
                  <a:lnTo>
                    <a:pt x="118180" y="178617"/>
                  </a:lnTo>
                  <a:close/>
                </a:path>
                <a:path w="279400" h="257810">
                  <a:moveTo>
                    <a:pt x="159654" y="214109"/>
                  </a:moveTo>
                  <a:lnTo>
                    <a:pt x="139587" y="214109"/>
                  </a:lnTo>
                  <a:lnTo>
                    <a:pt x="164481" y="234490"/>
                  </a:lnTo>
                  <a:lnTo>
                    <a:pt x="166245" y="235094"/>
                  </a:lnTo>
                  <a:lnTo>
                    <a:pt x="167734" y="235094"/>
                  </a:lnTo>
                  <a:lnTo>
                    <a:pt x="169198" y="234782"/>
                  </a:lnTo>
                  <a:lnTo>
                    <a:pt x="172289" y="233314"/>
                  </a:lnTo>
                  <a:lnTo>
                    <a:pt x="173697" y="231082"/>
                  </a:lnTo>
                  <a:lnTo>
                    <a:pt x="173697" y="215206"/>
                  </a:lnTo>
                  <a:lnTo>
                    <a:pt x="160993" y="215206"/>
                  </a:lnTo>
                  <a:lnTo>
                    <a:pt x="159654" y="214109"/>
                  </a:lnTo>
                  <a:close/>
                </a:path>
                <a:path w="279400" h="257810">
                  <a:moveTo>
                    <a:pt x="141275" y="199057"/>
                  </a:moveTo>
                  <a:lnTo>
                    <a:pt x="137903" y="199057"/>
                  </a:lnTo>
                  <a:lnTo>
                    <a:pt x="118180" y="215206"/>
                  </a:lnTo>
                  <a:lnTo>
                    <a:pt x="138247" y="215206"/>
                  </a:lnTo>
                  <a:lnTo>
                    <a:pt x="139587" y="214109"/>
                  </a:lnTo>
                  <a:lnTo>
                    <a:pt x="159654" y="214109"/>
                  </a:lnTo>
                  <a:lnTo>
                    <a:pt x="141275" y="199057"/>
                  </a:lnTo>
                  <a:close/>
                </a:path>
                <a:path w="279400" h="257810">
                  <a:moveTo>
                    <a:pt x="173697" y="178617"/>
                  </a:moveTo>
                  <a:lnTo>
                    <a:pt x="160993" y="178617"/>
                  </a:lnTo>
                  <a:lnTo>
                    <a:pt x="160993" y="215206"/>
                  </a:lnTo>
                  <a:lnTo>
                    <a:pt x="173697" y="215206"/>
                  </a:lnTo>
                  <a:lnTo>
                    <a:pt x="173697" y="178617"/>
                  </a:lnTo>
                  <a:close/>
                </a:path>
                <a:path w="279400" h="257810">
                  <a:moveTo>
                    <a:pt x="139587" y="61125"/>
                  </a:moveTo>
                  <a:lnTo>
                    <a:pt x="117687" y="65561"/>
                  </a:lnTo>
                  <a:lnTo>
                    <a:pt x="99784" y="77654"/>
                  </a:lnTo>
                  <a:lnTo>
                    <a:pt x="87703" y="95573"/>
                  </a:lnTo>
                  <a:lnTo>
                    <a:pt x="83270" y="117492"/>
                  </a:lnTo>
                  <a:lnTo>
                    <a:pt x="87703" y="139412"/>
                  </a:lnTo>
                  <a:lnTo>
                    <a:pt x="99784" y="157333"/>
                  </a:lnTo>
                  <a:lnTo>
                    <a:pt x="117687" y="169427"/>
                  </a:lnTo>
                  <a:lnTo>
                    <a:pt x="139587" y="173864"/>
                  </a:lnTo>
                  <a:lnTo>
                    <a:pt x="161488" y="169427"/>
                  </a:lnTo>
                  <a:lnTo>
                    <a:pt x="173742" y="161149"/>
                  </a:lnTo>
                  <a:lnTo>
                    <a:pt x="139587" y="161149"/>
                  </a:lnTo>
                  <a:lnTo>
                    <a:pt x="122627" y="157713"/>
                  </a:lnTo>
                  <a:lnTo>
                    <a:pt x="108762" y="148348"/>
                  </a:lnTo>
                  <a:lnTo>
                    <a:pt x="99407" y="134470"/>
                  </a:lnTo>
                  <a:lnTo>
                    <a:pt x="95974" y="117492"/>
                  </a:lnTo>
                  <a:lnTo>
                    <a:pt x="99407" y="100517"/>
                  </a:lnTo>
                  <a:lnTo>
                    <a:pt x="108762" y="86640"/>
                  </a:lnTo>
                  <a:lnTo>
                    <a:pt x="122627" y="77276"/>
                  </a:lnTo>
                  <a:lnTo>
                    <a:pt x="139587" y="73840"/>
                  </a:lnTo>
                  <a:lnTo>
                    <a:pt x="173745" y="73840"/>
                  </a:lnTo>
                  <a:lnTo>
                    <a:pt x="161488" y="65562"/>
                  </a:lnTo>
                  <a:lnTo>
                    <a:pt x="139587" y="61125"/>
                  </a:lnTo>
                  <a:close/>
                </a:path>
                <a:path w="279400" h="257810">
                  <a:moveTo>
                    <a:pt x="173745" y="73840"/>
                  </a:moveTo>
                  <a:lnTo>
                    <a:pt x="139587" y="73840"/>
                  </a:lnTo>
                  <a:lnTo>
                    <a:pt x="156544" y="77276"/>
                  </a:lnTo>
                  <a:lnTo>
                    <a:pt x="170409" y="86640"/>
                  </a:lnTo>
                  <a:lnTo>
                    <a:pt x="179765" y="100517"/>
                  </a:lnTo>
                  <a:lnTo>
                    <a:pt x="183199" y="117492"/>
                  </a:lnTo>
                  <a:lnTo>
                    <a:pt x="179765" y="134470"/>
                  </a:lnTo>
                  <a:lnTo>
                    <a:pt x="170409" y="148348"/>
                  </a:lnTo>
                  <a:lnTo>
                    <a:pt x="156544" y="157713"/>
                  </a:lnTo>
                  <a:lnTo>
                    <a:pt x="139587" y="161149"/>
                  </a:lnTo>
                  <a:lnTo>
                    <a:pt x="173742" y="161149"/>
                  </a:lnTo>
                  <a:lnTo>
                    <a:pt x="179391" y="157333"/>
                  </a:lnTo>
                  <a:lnTo>
                    <a:pt x="191471" y="139412"/>
                  </a:lnTo>
                  <a:lnTo>
                    <a:pt x="195903" y="117492"/>
                  </a:lnTo>
                  <a:lnTo>
                    <a:pt x="191471" y="95573"/>
                  </a:lnTo>
                  <a:lnTo>
                    <a:pt x="179391" y="77654"/>
                  </a:lnTo>
                  <a:lnTo>
                    <a:pt x="173745" y="73840"/>
                  </a:lnTo>
                  <a:close/>
                </a:path>
                <a:path w="279400" h="257810">
                  <a:moveTo>
                    <a:pt x="116428" y="115892"/>
                  </a:moveTo>
                  <a:lnTo>
                    <a:pt x="107228" y="124660"/>
                  </a:lnTo>
                  <a:lnTo>
                    <a:pt x="126935" y="145360"/>
                  </a:lnTo>
                  <a:lnTo>
                    <a:pt x="128597" y="146081"/>
                  </a:lnTo>
                  <a:lnTo>
                    <a:pt x="132070" y="146081"/>
                  </a:lnTo>
                  <a:lnTo>
                    <a:pt x="133732" y="145360"/>
                  </a:lnTo>
                  <a:lnTo>
                    <a:pt x="147872" y="130504"/>
                  </a:lnTo>
                  <a:lnTo>
                    <a:pt x="130334" y="130504"/>
                  </a:lnTo>
                  <a:lnTo>
                    <a:pt x="116428" y="115892"/>
                  </a:lnTo>
                  <a:close/>
                </a:path>
                <a:path w="279400" h="257810">
                  <a:moveTo>
                    <a:pt x="162750" y="96437"/>
                  </a:moveTo>
                  <a:lnTo>
                    <a:pt x="130334" y="130504"/>
                  </a:lnTo>
                  <a:lnTo>
                    <a:pt x="147872" y="130504"/>
                  </a:lnTo>
                  <a:lnTo>
                    <a:pt x="171950" y="105205"/>
                  </a:lnTo>
                  <a:lnTo>
                    <a:pt x="162750" y="96437"/>
                  </a:lnTo>
                  <a:close/>
                </a:path>
                <a:path w="279400" h="257810">
                  <a:moveTo>
                    <a:pt x="278861" y="12715"/>
                  </a:moveTo>
                  <a:lnTo>
                    <a:pt x="266157" y="12715"/>
                  </a:lnTo>
                  <a:lnTo>
                    <a:pt x="266157" y="33341"/>
                  </a:lnTo>
                  <a:lnTo>
                    <a:pt x="278861" y="33341"/>
                  </a:lnTo>
                  <a:lnTo>
                    <a:pt x="278861" y="12715"/>
                  </a:lnTo>
                  <a:close/>
                </a:path>
              </a:pathLst>
            </a:custGeom>
            <a:solidFill>
              <a:srgbClr val="DD34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2223516" y="4262627"/>
              <a:ext cx="1444625" cy="76200"/>
            </a:xfrm>
            <a:custGeom>
              <a:avLst/>
              <a:gdLst/>
              <a:ahLst/>
              <a:cxnLst/>
              <a:rect l="l" t="t" r="r" b="b"/>
              <a:pathLst>
                <a:path w="1444625" h="76200">
                  <a:moveTo>
                    <a:pt x="50800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50800" y="44450"/>
                  </a:lnTo>
                  <a:lnTo>
                    <a:pt x="50800" y="31750"/>
                  </a:lnTo>
                  <a:close/>
                </a:path>
                <a:path w="1444625" h="76200">
                  <a:moveTo>
                    <a:pt x="139700" y="31750"/>
                  </a:moveTo>
                  <a:lnTo>
                    <a:pt x="88900" y="31750"/>
                  </a:lnTo>
                  <a:lnTo>
                    <a:pt x="88900" y="44450"/>
                  </a:lnTo>
                  <a:lnTo>
                    <a:pt x="139700" y="44450"/>
                  </a:lnTo>
                  <a:lnTo>
                    <a:pt x="139700" y="31750"/>
                  </a:lnTo>
                  <a:close/>
                </a:path>
                <a:path w="1444625" h="76200">
                  <a:moveTo>
                    <a:pt x="228600" y="31750"/>
                  </a:moveTo>
                  <a:lnTo>
                    <a:pt x="177800" y="31750"/>
                  </a:lnTo>
                  <a:lnTo>
                    <a:pt x="177800" y="44450"/>
                  </a:lnTo>
                  <a:lnTo>
                    <a:pt x="228600" y="44450"/>
                  </a:lnTo>
                  <a:lnTo>
                    <a:pt x="228600" y="31750"/>
                  </a:lnTo>
                  <a:close/>
                </a:path>
                <a:path w="1444625" h="76200">
                  <a:moveTo>
                    <a:pt x="317500" y="31750"/>
                  </a:moveTo>
                  <a:lnTo>
                    <a:pt x="266700" y="31750"/>
                  </a:lnTo>
                  <a:lnTo>
                    <a:pt x="266700" y="44450"/>
                  </a:lnTo>
                  <a:lnTo>
                    <a:pt x="317500" y="44450"/>
                  </a:lnTo>
                  <a:lnTo>
                    <a:pt x="317500" y="31750"/>
                  </a:lnTo>
                  <a:close/>
                </a:path>
                <a:path w="1444625" h="76200">
                  <a:moveTo>
                    <a:pt x="406400" y="31750"/>
                  </a:moveTo>
                  <a:lnTo>
                    <a:pt x="355600" y="31750"/>
                  </a:lnTo>
                  <a:lnTo>
                    <a:pt x="355600" y="44450"/>
                  </a:lnTo>
                  <a:lnTo>
                    <a:pt x="406400" y="44450"/>
                  </a:lnTo>
                  <a:lnTo>
                    <a:pt x="406400" y="31750"/>
                  </a:lnTo>
                  <a:close/>
                </a:path>
                <a:path w="1444625" h="76200">
                  <a:moveTo>
                    <a:pt x="495300" y="31750"/>
                  </a:moveTo>
                  <a:lnTo>
                    <a:pt x="444500" y="31750"/>
                  </a:lnTo>
                  <a:lnTo>
                    <a:pt x="444500" y="44450"/>
                  </a:lnTo>
                  <a:lnTo>
                    <a:pt x="495300" y="44450"/>
                  </a:lnTo>
                  <a:lnTo>
                    <a:pt x="495300" y="31750"/>
                  </a:lnTo>
                  <a:close/>
                </a:path>
                <a:path w="1444625" h="76200">
                  <a:moveTo>
                    <a:pt x="584200" y="31750"/>
                  </a:moveTo>
                  <a:lnTo>
                    <a:pt x="533400" y="31750"/>
                  </a:lnTo>
                  <a:lnTo>
                    <a:pt x="533400" y="44450"/>
                  </a:lnTo>
                  <a:lnTo>
                    <a:pt x="584200" y="44450"/>
                  </a:lnTo>
                  <a:lnTo>
                    <a:pt x="584200" y="31750"/>
                  </a:lnTo>
                  <a:close/>
                </a:path>
                <a:path w="1444625" h="76200">
                  <a:moveTo>
                    <a:pt x="673100" y="31750"/>
                  </a:moveTo>
                  <a:lnTo>
                    <a:pt x="622300" y="31750"/>
                  </a:lnTo>
                  <a:lnTo>
                    <a:pt x="622300" y="44450"/>
                  </a:lnTo>
                  <a:lnTo>
                    <a:pt x="673100" y="44450"/>
                  </a:lnTo>
                  <a:lnTo>
                    <a:pt x="673100" y="31750"/>
                  </a:lnTo>
                  <a:close/>
                </a:path>
                <a:path w="1444625" h="76200">
                  <a:moveTo>
                    <a:pt x="762000" y="31750"/>
                  </a:moveTo>
                  <a:lnTo>
                    <a:pt x="711200" y="31750"/>
                  </a:lnTo>
                  <a:lnTo>
                    <a:pt x="711200" y="44450"/>
                  </a:lnTo>
                  <a:lnTo>
                    <a:pt x="762000" y="44450"/>
                  </a:lnTo>
                  <a:lnTo>
                    <a:pt x="762000" y="31750"/>
                  </a:lnTo>
                  <a:close/>
                </a:path>
                <a:path w="1444625" h="76200">
                  <a:moveTo>
                    <a:pt x="850900" y="31750"/>
                  </a:moveTo>
                  <a:lnTo>
                    <a:pt x="800100" y="31750"/>
                  </a:lnTo>
                  <a:lnTo>
                    <a:pt x="800100" y="44450"/>
                  </a:lnTo>
                  <a:lnTo>
                    <a:pt x="850900" y="44450"/>
                  </a:lnTo>
                  <a:lnTo>
                    <a:pt x="850900" y="31750"/>
                  </a:lnTo>
                  <a:close/>
                </a:path>
                <a:path w="1444625" h="76200">
                  <a:moveTo>
                    <a:pt x="939800" y="31750"/>
                  </a:moveTo>
                  <a:lnTo>
                    <a:pt x="889000" y="31750"/>
                  </a:lnTo>
                  <a:lnTo>
                    <a:pt x="889000" y="44450"/>
                  </a:lnTo>
                  <a:lnTo>
                    <a:pt x="939800" y="44450"/>
                  </a:lnTo>
                  <a:lnTo>
                    <a:pt x="939800" y="31750"/>
                  </a:lnTo>
                  <a:close/>
                </a:path>
                <a:path w="1444625" h="76200">
                  <a:moveTo>
                    <a:pt x="1028699" y="31750"/>
                  </a:moveTo>
                  <a:lnTo>
                    <a:pt x="977900" y="31750"/>
                  </a:lnTo>
                  <a:lnTo>
                    <a:pt x="977900" y="44450"/>
                  </a:lnTo>
                  <a:lnTo>
                    <a:pt x="1028699" y="44450"/>
                  </a:lnTo>
                  <a:lnTo>
                    <a:pt x="1028699" y="31750"/>
                  </a:lnTo>
                  <a:close/>
                </a:path>
                <a:path w="1444625" h="76200">
                  <a:moveTo>
                    <a:pt x="1117599" y="31750"/>
                  </a:moveTo>
                  <a:lnTo>
                    <a:pt x="1066799" y="31750"/>
                  </a:lnTo>
                  <a:lnTo>
                    <a:pt x="1066799" y="44450"/>
                  </a:lnTo>
                  <a:lnTo>
                    <a:pt x="1117599" y="44450"/>
                  </a:lnTo>
                  <a:lnTo>
                    <a:pt x="1117599" y="31750"/>
                  </a:lnTo>
                  <a:close/>
                </a:path>
                <a:path w="1444625" h="76200">
                  <a:moveTo>
                    <a:pt x="1206499" y="31750"/>
                  </a:moveTo>
                  <a:lnTo>
                    <a:pt x="1155699" y="31750"/>
                  </a:lnTo>
                  <a:lnTo>
                    <a:pt x="1155699" y="44450"/>
                  </a:lnTo>
                  <a:lnTo>
                    <a:pt x="1206499" y="44450"/>
                  </a:lnTo>
                  <a:lnTo>
                    <a:pt x="1206499" y="31750"/>
                  </a:lnTo>
                  <a:close/>
                </a:path>
                <a:path w="1444625" h="76200">
                  <a:moveTo>
                    <a:pt x="1295399" y="31750"/>
                  </a:moveTo>
                  <a:lnTo>
                    <a:pt x="1244599" y="31750"/>
                  </a:lnTo>
                  <a:lnTo>
                    <a:pt x="1244599" y="44450"/>
                  </a:lnTo>
                  <a:lnTo>
                    <a:pt x="1295399" y="44450"/>
                  </a:lnTo>
                  <a:lnTo>
                    <a:pt x="1295399" y="31750"/>
                  </a:lnTo>
                  <a:close/>
                </a:path>
                <a:path w="1444625" h="76200">
                  <a:moveTo>
                    <a:pt x="1367917" y="0"/>
                  </a:moveTo>
                  <a:lnTo>
                    <a:pt x="1367917" y="76200"/>
                  </a:lnTo>
                  <a:lnTo>
                    <a:pt x="1431417" y="44450"/>
                  </a:lnTo>
                  <a:lnTo>
                    <a:pt x="1380617" y="44450"/>
                  </a:lnTo>
                  <a:lnTo>
                    <a:pt x="1380617" y="31750"/>
                  </a:lnTo>
                  <a:lnTo>
                    <a:pt x="1431417" y="31750"/>
                  </a:lnTo>
                  <a:lnTo>
                    <a:pt x="1367917" y="0"/>
                  </a:lnTo>
                  <a:close/>
                </a:path>
                <a:path w="1444625" h="76200">
                  <a:moveTo>
                    <a:pt x="1367917" y="31750"/>
                  </a:moveTo>
                  <a:lnTo>
                    <a:pt x="1333499" y="31750"/>
                  </a:lnTo>
                  <a:lnTo>
                    <a:pt x="1333499" y="44450"/>
                  </a:lnTo>
                  <a:lnTo>
                    <a:pt x="1367917" y="44450"/>
                  </a:lnTo>
                  <a:lnTo>
                    <a:pt x="1367917" y="31750"/>
                  </a:lnTo>
                  <a:close/>
                </a:path>
                <a:path w="1444625" h="76200">
                  <a:moveTo>
                    <a:pt x="1431417" y="31750"/>
                  </a:moveTo>
                  <a:lnTo>
                    <a:pt x="1380617" y="31750"/>
                  </a:lnTo>
                  <a:lnTo>
                    <a:pt x="1380617" y="44450"/>
                  </a:lnTo>
                  <a:lnTo>
                    <a:pt x="1431417" y="44450"/>
                  </a:lnTo>
                  <a:lnTo>
                    <a:pt x="1444117" y="38100"/>
                  </a:lnTo>
                  <a:lnTo>
                    <a:pt x="1431417" y="3175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6112255" y="508507"/>
            <a:ext cx="2727960" cy="528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Arial"/>
                <a:cs typeface="Arial"/>
              </a:rPr>
              <a:t>Stop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webserver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create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AMI.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You </a:t>
            </a:r>
            <a:r>
              <a:rPr sz="1100" dirty="0">
                <a:latin typeface="Arial"/>
                <a:cs typeface="Arial"/>
              </a:rPr>
              <a:t>need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AMI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because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will now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launch </a:t>
            </a:r>
            <a:r>
              <a:rPr sz="1100" dirty="0">
                <a:latin typeface="Arial"/>
                <a:cs typeface="Arial"/>
              </a:rPr>
              <a:t>webservers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Private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subnets.</a:t>
            </a:r>
            <a:endParaRPr sz="110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6130544" y="1687195"/>
            <a:ext cx="27070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Arial"/>
                <a:cs typeface="Arial"/>
              </a:rPr>
              <a:t>Launch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2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webservers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respective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Private </a:t>
            </a:r>
            <a:r>
              <a:rPr sz="1100" dirty="0">
                <a:latin typeface="Arial"/>
                <a:cs typeface="Arial"/>
              </a:rPr>
              <a:t>subnets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create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ALB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across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2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Public </a:t>
            </a:r>
            <a:r>
              <a:rPr sz="1100" dirty="0">
                <a:latin typeface="Arial"/>
                <a:cs typeface="Arial"/>
              </a:rPr>
              <a:t>subnets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shown.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Configure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ALB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&amp;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Target </a:t>
            </a:r>
            <a:r>
              <a:rPr sz="1100" dirty="0">
                <a:latin typeface="Arial"/>
                <a:cs typeface="Arial"/>
              </a:rPr>
              <a:t>group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sent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HTTP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traffic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Webservers.</a:t>
            </a:r>
            <a:endParaRPr sz="110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6112255" y="2529586"/>
            <a:ext cx="265938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Arial"/>
                <a:cs typeface="Arial"/>
              </a:rPr>
              <a:t>Modify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Database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setting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make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Multi- </a:t>
            </a:r>
            <a:r>
              <a:rPr sz="1100" spc="-25" dirty="0">
                <a:latin typeface="Arial"/>
                <a:cs typeface="Arial"/>
              </a:rPr>
              <a:t>AZ.</a:t>
            </a:r>
            <a:endParaRPr sz="110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6112509" y="1148588"/>
            <a:ext cx="2402205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Arial"/>
                <a:cs typeface="Arial"/>
              </a:rPr>
              <a:t>Create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2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additional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Private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subnets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for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spc="-10" dirty="0">
                <a:latin typeface="Arial"/>
                <a:cs typeface="Arial"/>
              </a:rPr>
              <a:t>Webservers.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5683250" y="1143253"/>
            <a:ext cx="281940" cy="283210"/>
            <a:chOff x="5683250" y="1143253"/>
            <a:chExt cx="281940" cy="283210"/>
          </a:xfrm>
        </p:grpSpPr>
        <p:sp>
          <p:nvSpPr>
            <p:cNvPr id="76" name="object 76"/>
            <p:cNvSpPr/>
            <p:nvPr/>
          </p:nvSpPr>
          <p:spPr>
            <a:xfrm>
              <a:off x="5695950" y="1155953"/>
              <a:ext cx="256540" cy="257810"/>
            </a:xfrm>
            <a:custGeom>
              <a:avLst/>
              <a:gdLst/>
              <a:ahLst/>
              <a:cxnLst/>
              <a:rect l="l" t="t" r="r" b="b"/>
              <a:pathLst>
                <a:path w="256539" h="257809">
                  <a:moveTo>
                    <a:pt x="128015" y="0"/>
                  </a:moveTo>
                  <a:lnTo>
                    <a:pt x="78170" y="10120"/>
                  </a:lnTo>
                  <a:lnTo>
                    <a:pt x="37480" y="37718"/>
                  </a:lnTo>
                  <a:lnTo>
                    <a:pt x="10054" y="78652"/>
                  </a:lnTo>
                  <a:lnTo>
                    <a:pt x="0" y="128778"/>
                  </a:lnTo>
                  <a:lnTo>
                    <a:pt x="10054" y="178903"/>
                  </a:lnTo>
                  <a:lnTo>
                    <a:pt x="37480" y="219837"/>
                  </a:lnTo>
                  <a:lnTo>
                    <a:pt x="78170" y="247435"/>
                  </a:lnTo>
                  <a:lnTo>
                    <a:pt x="128015" y="257556"/>
                  </a:lnTo>
                  <a:lnTo>
                    <a:pt x="177861" y="247435"/>
                  </a:lnTo>
                  <a:lnTo>
                    <a:pt x="218551" y="219837"/>
                  </a:lnTo>
                  <a:lnTo>
                    <a:pt x="245977" y="178903"/>
                  </a:lnTo>
                  <a:lnTo>
                    <a:pt x="256032" y="128778"/>
                  </a:lnTo>
                  <a:lnTo>
                    <a:pt x="245977" y="78652"/>
                  </a:lnTo>
                  <a:lnTo>
                    <a:pt x="218551" y="37719"/>
                  </a:lnTo>
                  <a:lnTo>
                    <a:pt x="177861" y="10120"/>
                  </a:lnTo>
                  <a:lnTo>
                    <a:pt x="128015" y="0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695950" y="1155953"/>
              <a:ext cx="256540" cy="257810"/>
            </a:xfrm>
            <a:custGeom>
              <a:avLst/>
              <a:gdLst/>
              <a:ahLst/>
              <a:cxnLst/>
              <a:rect l="l" t="t" r="r" b="b"/>
              <a:pathLst>
                <a:path w="256539" h="257809">
                  <a:moveTo>
                    <a:pt x="0" y="128778"/>
                  </a:moveTo>
                  <a:lnTo>
                    <a:pt x="10054" y="78652"/>
                  </a:lnTo>
                  <a:lnTo>
                    <a:pt x="37480" y="37718"/>
                  </a:lnTo>
                  <a:lnTo>
                    <a:pt x="78170" y="10120"/>
                  </a:lnTo>
                  <a:lnTo>
                    <a:pt x="128015" y="0"/>
                  </a:lnTo>
                  <a:lnTo>
                    <a:pt x="177861" y="10120"/>
                  </a:lnTo>
                  <a:lnTo>
                    <a:pt x="218551" y="37719"/>
                  </a:lnTo>
                  <a:lnTo>
                    <a:pt x="245977" y="78652"/>
                  </a:lnTo>
                  <a:lnTo>
                    <a:pt x="256032" y="128778"/>
                  </a:lnTo>
                  <a:lnTo>
                    <a:pt x="245977" y="178903"/>
                  </a:lnTo>
                  <a:lnTo>
                    <a:pt x="218551" y="219837"/>
                  </a:lnTo>
                  <a:lnTo>
                    <a:pt x="177861" y="247435"/>
                  </a:lnTo>
                  <a:lnTo>
                    <a:pt x="128015" y="257556"/>
                  </a:lnTo>
                  <a:lnTo>
                    <a:pt x="78170" y="247435"/>
                  </a:lnTo>
                  <a:lnTo>
                    <a:pt x="37480" y="219837"/>
                  </a:lnTo>
                  <a:lnTo>
                    <a:pt x="10054" y="178903"/>
                  </a:lnTo>
                  <a:lnTo>
                    <a:pt x="0" y="128778"/>
                  </a:lnTo>
                  <a:close/>
                </a:path>
              </a:pathLst>
            </a:custGeom>
            <a:ln w="25400">
              <a:solidFill>
                <a:srgbClr val="BB7C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 txBox="1"/>
          <p:nvPr/>
        </p:nvSpPr>
        <p:spPr>
          <a:xfrm>
            <a:off x="5776340" y="1192784"/>
            <a:ext cx="958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79" name="object 79"/>
          <p:cNvGrpSpPr/>
          <p:nvPr/>
        </p:nvGrpSpPr>
        <p:grpSpPr>
          <a:xfrm>
            <a:off x="5674105" y="521462"/>
            <a:ext cx="283210" cy="283210"/>
            <a:chOff x="5674105" y="521462"/>
            <a:chExt cx="283210" cy="283210"/>
          </a:xfrm>
        </p:grpSpPr>
        <p:sp>
          <p:nvSpPr>
            <p:cNvPr id="80" name="object 80"/>
            <p:cNvSpPr/>
            <p:nvPr/>
          </p:nvSpPr>
          <p:spPr>
            <a:xfrm>
              <a:off x="5686805" y="534162"/>
              <a:ext cx="257810" cy="257810"/>
            </a:xfrm>
            <a:custGeom>
              <a:avLst/>
              <a:gdLst/>
              <a:ahLst/>
              <a:cxnLst/>
              <a:rect l="l" t="t" r="r" b="b"/>
              <a:pathLst>
                <a:path w="257810" h="257809">
                  <a:moveTo>
                    <a:pt x="128778" y="0"/>
                  </a:moveTo>
                  <a:lnTo>
                    <a:pt x="78652" y="10120"/>
                  </a:lnTo>
                  <a:lnTo>
                    <a:pt x="37719" y="37719"/>
                  </a:lnTo>
                  <a:lnTo>
                    <a:pt x="10120" y="78652"/>
                  </a:lnTo>
                  <a:lnTo>
                    <a:pt x="0" y="128777"/>
                  </a:lnTo>
                  <a:lnTo>
                    <a:pt x="10120" y="178903"/>
                  </a:lnTo>
                  <a:lnTo>
                    <a:pt x="37718" y="219837"/>
                  </a:lnTo>
                  <a:lnTo>
                    <a:pt x="78652" y="247435"/>
                  </a:lnTo>
                  <a:lnTo>
                    <a:pt x="128778" y="257555"/>
                  </a:lnTo>
                  <a:lnTo>
                    <a:pt x="178903" y="247435"/>
                  </a:lnTo>
                  <a:lnTo>
                    <a:pt x="219837" y="219837"/>
                  </a:lnTo>
                  <a:lnTo>
                    <a:pt x="247435" y="178903"/>
                  </a:lnTo>
                  <a:lnTo>
                    <a:pt x="257556" y="128777"/>
                  </a:lnTo>
                  <a:lnTo>
                    <a:pt x="247435" y="78652"/>
                  </a:lnTo>
                  <a:lnTo>
                    <a:pt x="219837" y="37719"/>
                  </a:lnTo>
                  <a:lnTo>
                    <a:pt x="178903" y="10120"/>
                  </a:lnTo>
                  <a:lnTo>
                    <a:pt x="128778" y="0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5686805" y="534162"/>
              <a:ext cx="257810" cy="257810"/>
            </a:xfrm>
            <a:custGeom>
              <a:avLst/>
              <a:gdLst/>
              <a:ahLst/>
              <a:cxnLst/>
              <a:rect l="l" t="t" r="r" b="b"/>
              <a:pathLst>
                <a:path w="257810" h="257809">
                  <a:moveTo>
                    <a:pt x="0" y="128777"/>
                  </a:moveTo>
                  <a:lnTo>
                    <a:pt x="10120" y="78652"/>
                  </a:lnTo>
                  <a:lnTo>
                    <a:pt x="37719" y="37719"/>
                  </a:lnTo>
                  <a:lnTo>
                    <a:pt x="78652" y="10120"/>
                  </a:lnTo>
                  <a:lnTo>
                    <a:pt x="128778" y="0"/>
                  </a:lnTo>
                  <a:lnTo>
                    <a:pt x="178903" y="10120"/>
                  </a:lnTo>
                  <a:lnTo>
                    <a:pt x="219837" y="37719"/>
                  </a:lnTo>
                  <a:lnTo>
                    <a:pt x="247435" y="78652"/>
                  </a:lnTo>
                  <a:lnTo>
                    <a:pt x="257556" y="128777"/>
                  </a:lnTo>
                  <a:lnTo>
                    <a:pt x="247435" y="178903"/>
                  </a:lnTo>
                  <a:lnTo>
                    <a:pt x="219837" y="219837"/>
                  </a:lnTo>
                  <a:lnTo>
                    <a:pt x="178903" y="247435"/>
                  </a:lnTo>
                  <a:lnTo>
                    <a:pt x="128778" y="257555"/>
                  </a:lnTo>
                  <a:lnTo>
                    <a:pt x="78652" y="247435"/>
                  </a:lnTo>
                  <a:lnTo>
                    <a:pt x="37718" y="219837"/>
                  </a:lnTo>
                  <a:lnTo>
                    <a:pt x="10120" y="178903"/>
                  </a:lnTo>
                  <a:lnTo>
                    <a:pt x="0" y="128777"/>
                  </a:lnTo>
                  <a:close/>
                </a:path>
              </a:pathLst>
            </a:custGeom>
            <a:ln w="25400">
              <a:solidFill>
                <a:srgbClr val="BB7C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2" name="object 82"/>
          <p:cNvSpPr txBox="1"/>
          <p:nvPr/>
        </p:nvSpPr>
        <p:spPr>
          <a:xfrm>
            <a:off x="5768085" y="569722"/>
            <a:ext cx="958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5674105" y="1705610"/>
            <a:ext cx="283210" cy="283210"/>
            <a:chOff x="5674105" y="1705610"/>
            <a:chExt cx="283210" cy="283210"/>
          </a:xfrm>
        </p:grpSpPr>
        <p:sp>
          <p:nvSpPr>
            <p:cNvPr id="84" name="object 84"/>
            <p:cNvSpPr/>
            <p:nvPr/>
          </p:nvSpPr>
          <p:spPr>
            <a:xfrm>
              <a:off x="5686805" y="1718310"/>
              <a:ext cx="257810" cy="257810"/>
            </a:xfrm>
            <a:custGeom>
              <a:avLst/>
              <a:gdLst/>
              <a:ahLst/>
              <a:cxnLst/>
              <a:rect l="l" t="t" r="r" b="b"/>
              <a:pathLst>
                <a:path w="257810" h="257810">
                  <a:moveTo>
                    <a:pt x="128778" y="0"/>
                  </a:moveTo>
                  <a:lnTo>
                    <a:pt x="78652" y="10120"/>
                  </a:lnTo>
                  <a:lnTo>
                    <a:pt x="37719" y="37718"/>
                  </a:lnTo>
                  <a:lnTo>
                    <a:pt x="10120" y="78652"/>
                  </a:lnTo>
                  <a:lnTo>
                    <a:pt x="0" y="128777"/>
                  </a:lnTo>
                  <a:lnTo>
                    <a:pt x="10120" y="178903"/>
                  </a:lnTo>
                  <a:lnTo>
                    <a:pt x="37718" y="219837"/>
                  </a:lnTo>
                  <a:lnTo>
                    <a:pt x="78652" y="247435"/>
                  </a:lnTo>
                  <a:lnTo>
                    <a:pt x="128778" y="257556"/>
                  </a:lnTo>
                  <a:lnTo>
                    <a:pt x="178903" y="247435"/>
                  </a:lnTo>
                  <a:lnTo>
                    <a:pt x="219837" y="219837"/>
                  </a:lnTo>
                  <a:lnTo>
                    <a:pt x="247435" y="178903"/>
                  </a:lnTo>
                  <a:lnTo>
                    <a:pt x="257556" y="128777"/>
                  </a:lnTo>
                  <a:lnTo>
                    <a:pt x="247435" y="78652"/>
                  </a:lnTo>
                  <a:lnTo>
                    <a:pt x="219837" y="37718"/>
                  </a:lnTo>
                  <a:lnTo>
                    <a:pt x="178903" y="10120"/>
                  </a:lnTo>
                  <a:lnTo>
                    <a:pt x="128778" y="0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5686805" y="1718310"/>
              <a:ext cx="257810" cy="257810"/>
            </a:xfrm>
            <a:custGeom>
              <a:avLst/>
              <a:gdLst/>
              <a:ahLst/>
              <a:cxnLst/>
              <a:rect l="l" t="t" r="r" b="b"/>
              <a:pathLst>
                <a:path w="257810" h="257810">
                  <a:moveTo>
                    <a:pt x="0" y="128777"/>
                  </a:moveTo>
                  <a:lnTo>
                    <a:pt x="10120" y="78652"/>
                  </a:lnTo>
                  <a:lnTo>
                    <a:pt x="37719" y="37718"/>
                  </a:lnTo>
                  <a:lnTo>
                    <a:pt x="78652" y="10120"/>
                  </a:lnTo>
                  <a:lnTo>
                    <a:pt x="128778" y="0"/>
                  </a:lnTo>
                  <a:lnTo>
                    <a:pt x="178903" y="10120"/>
                  </a:lnTo>
                  <a:lnTo>
                    <a:pt x="219837" y="37718"/>
                  </a:lnTo>
                  <a:lnTo>
                    <a:pt x="247435" y="78652"/>
                  </a:lnTo>
                  <a:lnTo>
                    <a:pt x="257556" y="128777"/>
                  </a:lnTo>
                  <a:lnTo>
                    <a:pt x="247435" y="178903"/>
                  </a:lnTo>
                  <a:lnTo>
                    <a:pt x="219837" y="219837"/>
                  </a:lnTo>
                  <a:lnTo>
                    <a:pt x="178903" y="247435"/>
                  </a:lnTo>
                  <a:lnTo>
                    <a:pt x="128778" y="257556"/>
                  </a:lnTo>
                  <a:lnTo>
                    <a:pt x="78652" y="247435"/>
                  </a:lnTo>
                  <a:lnTo>
                    <a:pt x="37718" y="219837"/>
                  </a:lnTo>
                  <a:lnTo>
                    <a:pt x="10120" y="178903"/>
                  </a:lnTo>
                  <a:lnTo>
                    <a:pt x="0" y="128777"/>
                  </a:lnTo>
                  <a:close/>
                </a:path>
              </a:pathLst>
            </a:custGeom>
            <a:ln w="25400">
              <a:solidFill>
                <a:srgbClr val="BB7C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86"/>
          <p:cNvSpPr txBox="1"/>
          <p:nvPr/>
        </p:nvSpPr>
        <p:spPr>
          <a:xfrm>
            <a:off x="5768085" y="1754885"/>
            <a:ext cx="958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87" name="object 87"/>
          <p:cNvGrpSpPr/>
          <p:nvPr/>
        </p:nvGrpSpPr>
        <p:grpSpPr>
          <a:xfrm>
            <a:off x="5664961" y="2478277"/>
            <a:ext cx="283210" cy="281940"/>
            <a:chOff x="5664961" y="2478277"/>
            <a:chExt cx="283210" cy="281940"/>
          </a:xfrm>
        </p:grpSpPr>
        <p:sp>
          <p:nvSpPr>
            <p:cNvPr id="88" name="object 88"/>
            <p:cNvSpPr/>
            <p:nvPr/>
          </p:nvSpPr>
          <p:spPr>
            <a:xfrm>
              <a:off x="5677661" y="2490977"/>
              <a:ext cx="257810" cy="256540"/>
            </a:xfrm>
            <a:custGeom>
              <a:avLst/>
              <a:gdLst/>
              <a:ahLst/>
              <a:cxnLst/>
              <a:rect l="l" t="t" r="r" b="b"/>
              <a:pathLst>
                <a:path w="257810" h="256539">
                  <a:moveTo>
                    <a:pt x="128777" y="0"/>
                  </a:moveTo>
                  <a:lnTo>
                    <a:pt x="78652" y="10054"/>
                  </a:lnTo>
                  <a:lnTo>
                    <a:pt x="37719" y="37480"/>
                  </a:lnTo>
                  <a:lnTo>
                    <a:pt x="10120" y="78170"/>
                  </a:lnTo>
                  <a:lnTo>
                    <a:pt x="0" y="128016"/>
                  </a:lnTo>
                  <a:lnTo>
                    <a:pt x="10120" y="177861"/>
                  </a:lnTo>
                  <a:lnTo>
                    <a:pt x="37719" y="218551"/>
                  </a:lnTo>
                  <a:lnTo>
                    <a:pt x="78652" y="245977"/>
                  </a:lnTo>
                  <a:lnTo>
                    <a:pt x="128777" y="256032"/>
                  </a:lnTo>
                  <a:lnTo>
                    <a:pt x="178903" y="245977"/>
                  </a:lnTo>
                  <a:lnTo>
                    <a:pt x="219837" y="218551"/>
                  </a:lnTo>
                  <a:lnTo>
                    <a:pt x="247435" y="177861"/>
                  </a:lnTo>
                  <a:lnTo>
                    <a:pt x="257555" y="128016"/>
                  </a:lnTo>
                  <a:lnTo>
                    <a:pt x="247435" y="78170"/>
                  </a:lnTo>
                  <a:lnTo>
                    <a:pt x="219837" y="37480"/>
                  </a:lnTo>
                  <a:lnTo>
                    <a:pt x="178903" y="10054"/>
                  </a:lnTo>
                  <a:lnTo>
                    <a:pt x="128777" y="0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5677661" y="2490977"/>
              <a:ext cx="257810" cy="256540"/>
            </a:xfrm>
            <a:custGeom>
              <a:avLst/>
              <a:gdLst/>
              <a:ahLst/>
              <a:cxnLst/>
              <a:rect l="l" t="t" r="r" b="b"/>
              <a:pathLst>
                <a:path w="257810" h="256539">
                  <a:moveTo>
                    <a:pt x="0" y="128016"/>
                  </a:moveTo>
                  <a:lnTo>
                    <a:pt x="10120" y="78170"/>
                  </a:lnTo>
                  <a:lnTo>
                    <a:pt x="37719" y="37480"/>
                  </a:lnTo>
                  <a:lnTo>
                    <a:pt x="78652" y="10054"/>
                  </a:lnTo>
                  <a:lnTo>
                    <a:pt x="128777" y="0"/>
                  </a:lnTo>
                  <a:lnTo>
                    <a:pt x="178903" y="10054"/>
                  </a:lnTo>
                  <a:lnTo>
                    <a:pt x="219837" y="37480"/>
                  </a:lnTo>
                  <a:lnTo>
                    <a:pt x="247435" y="78170"/>
                  </a:lnTo>
                  <a:lnTo>
                    <a:pt x="257555" y="128016"/>
                  </a:lnTo>
                  <a:lnTo>
                    <a:pt x="247435" y="177861"/>
                  </a:lnTo>
                  <a:lnTo>
                    <a:pt x="219837" y="218551"/>
                  </a:lnTo>
                  <a:lnTo>
                    <a:pt x="178903" y="245977"/>
                  </a:lnTo>
                  <a:lnTo>
                    <a:pt x="128777" y="256032"/>
                  </a:lnTo>
                  <a:lnTo>
                    <a:pt x="78652" y="245977"/>
                  </a:lnTo>
                  <a:lnTo>
                    <a:pt x="37719" y="218551"/>
                  </a:lnTo>
                  <a:lnTo>
                    <a:pt x="10120" y="177861"/>
                  </a:lnTo>
                  <a:lnTo>
                    <a:pt x="0" y="128016"/>
                  </a:lnTo>
                  <a:close/>
                </a:path>
              </a:pathLst>
            </a:custGeom>
            <a:ln w="25399">
              <a:solidFill>
                <a:srgbClr val="BB7C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0" name="object 90"/>
          <p:cNvSpPr txBox="1"/>
          <p:nvPr/>
        </p:nvSpPr>
        <p:spPr>
          <a:xfrm>
            <a:off x="5758688" y="2526614"/>
            <a:ext cx="965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91" name="object 91"/>
          <p:cNvGrpSpPr/>
          <p:nvPr/>
        </p:nvGrpSpPr>
        <p:grpSpPr>
          <a:xfrm>
            <a:off x="5657341" y="3016250"/>
            <a:ext cx="283210" cy="281940"/>
            <a:chOff x="5657341" y="3016250"/>
            <a:chExt cx="283210" cy="281940"/>
          </a:xfrm>
        </p:grpSpPr>
        <p:sp>
          <p:nvSpPr>
            <p:cNvPr id="92" name="object 92"/>
            <p:cNvSpPr/>
            <p:nvPr/>
          </p:nvSpPr>
          <p:spPr>
            <a:xfrm>
              <a:off x="5670041" y="3028950"/>
              <a:ext cx="257810" cy="256540"/>
            </a:xfrm>
            <a:custGeom>
              <a:avLst/>
              <a:gdLst/>
              <a:ahLst/>
              <a:cxnLst/>
              <a:rect l="l" t="t" r="r" b="b"/>
              <a:pathLst>
                <a:path w="257810" h="256539">
                  <a:moveTo>
                    <a:pt x="128778" y="0"/>
                  </a:moveTo>
                  <a:lnTo>
                    <a:pt x="78652" y="10054"/>
                  </a:lnTo>
                  <a:lnTo>
                    <a:pt x="37719" y="37480"/>
                  </a:lnTo>
                  <a:lnTo>
                    <a:pt x="10120" y="78170"/>
                  </a:lnTo>
                  <a:lnTo>
                    <a:pt x="0" y="128016"/>
                  </a:lnTo>
                  <a:lnTo>
                    <a:pt x="10120" y="177861"/>
                  </a:lnTo>
                  <a:lnTo>
                    <a:pt x="37718" y="218551"/>
                  </a:lnTo>
                  <a:lnTo>
                    <a:pt x="78652" y="245977"/>
                  </a:lnTo>
                  <a:lnTo>
                    <a:pt x="128778" y="256031"/>
                  </a:lnTo>
                  <a:lnTo>
                    <a:pt x="178903" y="245977"/>
                  </a:lnTo>
                  <a:lnTo>
                    <a:pt x="219837" y="218551"/>
                  </a:lnTo>
                  <a:lnTo>
                    <a:pt x="247435" y="177861"/>
                  </a:lnTo>
                  <a:lnTo>
                    <a:pt x="257556" y="128016"/>
                  </a:lnTo>
                  <a:lnTo>
                    <a:pt x="247435" y="78170"/>
                  </a:lnTo>
                  <a:lnTo>
                    <a:pt x="219837" y="37480"/>
                  </a:lnTo>
                  <a:lnTo>
                    <a:pt x="178903" y="10054"/>
                  </a:lnTo>
                  <a:lnTo>
                    <a:pt x="128778" y="0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670041" y="3028950"/>
              <a:ext cx="257810" cy="256540"/>
            </a:xfrm>
            <a:custGeom>
              <a:avLst/>
              <a:gdLst/>
              <a:ahLst/>
              <a:cxnLst/>
              <a:rect l="l" t="t" r="r" b="b"/>
              <a:pathLst>
                <a:path w="257810" h="256539">
                  <a:moveTo>
                    <a:pt x="0" y="128016"/>
                  </a:moveTo>
                  <a:lnTo>
                    <a:pt x="10120" y="78170"/>
                  </a:lnTo>
                  <a:lnTo>
                    <a:pt x="37719" y="37480"/>
                  </a:lnTo>
                  <a:lnTo>
                    <a:pt x="78652" y="10054"/>
                  </a:lnTo>
                  <a:lnTo>
                    <a:pt x="128778" y="0"/>
                  </a:lnTo>
                  <a:lnTo>
                    <a:pt x="178903" y="10054"/>
                  </a:lnTo>
                  <a:lnTo>
                    <a:pt x="219837" y="37480"/>
                  </a:lnTo>
                  <a:lnTo>
                    <a:pt x="247435" y="78170"/>
                  </a:lnTo>
                  <a:lnTo>
                    <a:pt x="257556" y="128016"/>
                  </a:lnTo>
                  <a:lnTo>
                    <a:pt x="247435" y="177861"/>
                  </a:lnTo>
                  <a:lnTo>
                    <a:pt x="219837" y="218551"/>
                  </a:lnTo>
                  <a:lnTo>
                    <a:pt x="178903" y="245977"/>
                  </a:lnTo>
                  <a:lnTo>
                    <a:pt x="128778" y="256031"/>
                  </a:lnTo>
                  <a:lnTo>
                    <a:pt x="78652" y="245977"/>
                  </a:lnTo>
                  <a:lnTo>
                    <a:pt x="37718" y="218551"/>
                  </a:lnTo>
                  <a:lnTo>
                    <a:pt x="10120" y="177861"/>
                  </a:lnTo>
                  <a:lnTo>
                    <a:pt x="0" y="128016"/>
                  </a:lnTo>
                  <a:close/>
                </a:path>
              </a:pathLst>
            </a:custGeom>
            <a:ln w="25400">
              <a:solidFill>
                <a:srgbClr val="BB7C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4" name="object 94"/>
          <p:cNvSpPr txBox="1"/>
          <p:nvPr/>
        </p:nvSpPr>
        <p:spPr>
          <a:xfrm>
            <a:off x="5751067" y="3065144"/>
            <a:ext cx="958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000">
              <a:latin typeface="Arial"/>
              <a:cs typeface="Arial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6112255" y="3002661"/>
            <a:ext cx="2660650" cy="529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Arial"/>
                <a:cs typeface="Arial"/>
              </a:rPr>
              <a:t>Modify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Route53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DNS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point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ALB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DNS. </a:t>
            </a:r>
            <a:r>
              <a:rPr sz="1100" dirty="0">
                <a:latin typeface="Arial"/>
                <a:cs typeface="Arial"/>
              </a:rPr>
              <a:t>Access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website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using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your </a:t>
            </a:r>
            <a:r>
              <a:rPr sz="1100" spc="-10" dirty="0">
                <a:solidFill>
                  <a:srgbClr val="006FC0"/>
                </a:solidFill>
                <a:latin typeface="Arial"/>
                <a:cs typeface="Arial"/>
                <a:hlinkClick r:id="rId10"/>
              </a:rPr>
              <a:t>http://domainname/corp.php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96" name="object 96"/>
          <p:cNvGrpSpPr/>
          <p:nvPr/>
        </p:nvGrpSpPr>
        <p:grpSpPr>
          <a:xfrm>
            <a:off x="5657341" y="3700526"/>
            <a:ext cx="283210" cy="283210"/>
            <a:chOff x="5657341" y="3700526"/>
            <a:chExt cx="283210" cy="283210"/>
          </a:xfrm>
        </p:grpSpPr>
        <p:sp>
          <p:nvSpPr>
            <p:cNvPr id="97" name="object 97"/>
            <p:cNvSpPr/>
            <p:nvPr/>
          </p:nvSpPr>
          <p:spPr>
            <a:xfrm>
              <a:off x="5670041" y="3713226"/>
              <a:ext cx="257810" cy="257810"/>
            </a:xfrm>
            <a:custGeom>
              <a:avLst/>
              <a:gdLst/>
              <a:ahLst/>
              <a:cxnLst/>
              <a:rect l="l" t="t" r="r" b="b"/>
              <a:pathLst>
                <a:path w="257810" h="257810">
                  <a:moveTo>
                    <a:pt x="128778" y="0"/>
                  </a:moveTo>
                  <a:lnTo>
                    <a:pt x="78652" y="10120"/>
                  </a:lnTo>
                  <a:lnTo>
                    <a:pt x="37719" y="37719"/>
                  </a:lnTo>
                  <a:lnTo>
                    <a:pt x="10120" y="78652"/>
                  </a:lnTo>
                  <a:lnTo>
                    <a:pt x="0" y="128778"/>
                  </a:lnTo>
                  <a:lnTo>
                    <a:pt x="10120" y="178903"/>
                  </a:lnTo>
                  <a:lnTo>
                    <a:pt x="37718" y="219837"/>
                  </a:lnTo>
                  <a:lnTo>
                    <a:pt x="78652" y="247435"/>
                  </a:lnTo>
                  <a:lnTo>
                    <a:pt x="128778" y="257556"/>
                  </a:lnTo>
                  <a:lnTo>
                    <a:pt x="178903" y="247435"/>
                  </a:lnTo>
                  <a:lnTo>
                    <a:pt x="219837" y="219837"/>
                  </a:lnTo>
                  <a:lnTo>
                    <a:pt x="247435" y="178903"/>
                  </a:lnTo>
                  <a:lnTo>
                    <a:pt x="257556" y="128778"/>
                  </a:lnTo>
                  <a:lnTo>
                    <a:pt x="247435" y="78652"/>
                  </a:lnTo>
                  <a:lnTo>
                    <a:pt x="219837" y="37718"/>
                  </a:lnTo>
                  <a:lnTo>
                    <a:pt x="178903" y="10120"/>
                  </a:lnTo>
                  <a:lnTo>
                    <a:pt x="128778" y="0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5670041" y="3713226"/>
              <a:ext cx="257810" cy="257810"/>
            </a:xfrm>
            <a:custGeom>
              <a:avLst/>
              <a:gdLst/>
              <a:ahLst/>
              <a:cxnLst/>
              <a:rect l="l" t="t" r="r" b="b"/>
              <a:pathLst>
                <a:path w="257810" h="257810">
                  <a:moveTo>
                    <a:pt x="0" y="128778"/>
                  </a:moveTo>
                  <a:lnTo>
                    <a:pt x="10120" y="78652"/>
                  </a:lnTo>
                  <a:lnTo>
                    <a:pt x="37719" y="37719"/>
                  </a:lnTo>
                  <a:lnTo>
                    <a:pt x="78652" y="10120"/>
                  </a:lnTo>
                  <a:lnTo>
                    <a:pt x="128778" y="0"/>
                  </a:lnTo>
                  <a:lnTo>
                    <a:pt x="178903" y="10120"/>
                  </a:lnTo>
                  <a:lnTo>
                    <a:pt x="219837" y="37718"/>
                  </a:lnTo>
                  <a:lnTo>
                    <a:pt x="247435" y="78652"/>
                  </a:lnTo>
                  <a:lnTo>
                    <a:pt x="257556" y="128778"/>
                  </a:lnTo>
                  <a:lnTo>
                    <a:pt x="247435" y="178903"/>
                  </a:lnTo>
                  <a:lnTo>
                    <a:pt x="219837" y="219837"/>
                  </a:lnTo>
                  <a:lnTo>
                    <a:pt x="178903" y="247435"/>
                  </a:lnTo>
                  <a:lnTo>
                    <a:pt x="128778" y="257556"/>
                  </a:lnTo>
                  <a:lnTo>
                    <a:pt x="78652" y="247435"/>
                  </a:lnTo>
                  <a:lnTo>
                    <a:pt x="37718" y="219837"/>
                  </a:lnTo>
                  <a:lnTo>
                    <a:pt x="10120" y="178903"/>
                  </a:lnTo>
                  <a:lnTo>
                    <a:pt x="0" y="128778"/>
                  </a:lnTo>
                  <a:close/>
                </a:path>
              </a:pathLst>
            </a:custGeom>
            <a:ln w="25400">
              <a:solidFill>
                <a:srgbClr val="BB7C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9" name="object 99"/>
          <p:cNvSpPr txBox="1"/>
          <p:nvPr/>
        </p:nvSpPr>
        <p:spPr>
          <a:xfrm>
            <a:off x="5751067" y="3750360"/>
            <a:ext cx="958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6112255" y="3683000"/>
            <a:ext cx="2829560" cy="1111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 marR="508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Arial"/>
                <a:cs typeface="Arial"/>
              </a:rPr>
              <a:t>Update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ALB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listener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HTTPS.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Create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new </a:t>
            </a:r>
            <a:r>
              <a:rPr sz="1100" dirty="0">
                <a:latin typeface="Arial"/>
                <a:cs typeface="Arial"/>
              </a:rPr>
              <a:t>TLS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certificate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your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domain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ACM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and </a:t>
            </a:r>
            <a:r>
              <a:rPr sz="1100" dirty="0">
                <a:latin typeface="Arial"/>
                <a:cs typeface="Arial"/>
              </a:rPr>
              <a:t>associate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HTTPS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listener.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if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you </a:t>
            </a:r>
            <a:r>
              <a:rPr sz="1100" dirty="0">
                <a:latin typeface="Arial"/>
                <a:cs typeface="Arial"/>
              </a:rPr>
              <a:t>need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change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anything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else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HTTPS.</a:t>
            </a:r>
            <a:endParaRPr sz="1100">
              <a:latin typeface="Arial"/>
              <a:cs typeface="Arial"/>
            </a:endParaRPr>
          </a:p>
          <a:p>
            <a:pPr marL="12700" marR="246379">
              <a:lnSpc>
                <a:spcPct val="100000"/>
              </a:lnSpc>
              <a:spcBef>
                <a:spcPts val="625"/>
              </a:spcBef>
            </a:pPr>
            <a:r>
              <a:rPr sz="1100" dirty="0">
                <a:latin typeface="Arial"/>
                <a:cs typeface="Arial"/>
              </a:rPr>
              <a:t>Access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website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using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your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6FC0"/>
                </a:solidFill>
                <a:latin typeface="Arial"/>
                <a:cs typeface="Arial"/>
              </a:rPr>
              <a:t>https://domain name/corp.php.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01" name="object 101"/>
          <p:cNvGrpSpPr/>
          <p:nvPr/>
        </p:nvGrpSpPr>
        <p:grpSpPr>
          <a:xfrm>
            <a:off x="5657341" y="4425950"/>
            <a:ext cx="283210" cy="283210"/>
            <a:chOff x="5657341" y="4425950"/>
            <a:chExt cx="283210" cy="283210"/>
          </a:xfrm>
        </p:grpSpPr>
        <p:sp>
          <p:nvSpPr>
            <p:cNvPr id="102" name="object 102"/>
            <p:cNvSpPr/>
            <p:nvPr/>
          </p:nvSpPr>
          <p:spPr>
            <a:xfrm>
              <a:off x="5670041" y="4438650"/>
              <a:ext cx="257810" cy="257810"/>
            </a:xfrm>
            <a:custGeom>
              <a:avLst/>
              <a:gdLst/>
              <a:ahLst/>
              <a:cxnLst/>
              <a:rect l="l" t="t" r="r" b="b"/>
              <a:pathLst>
                <a:path w="257810" h="257810">
                  <a:moveTo>
                    <a:pt x="128778" y="0"/>
                  </a:moveTo>
                  <a:lnTo>
                    <a:pt x="78652" y="10120"/>
                  </a:lnTo>
                  <a:lnTo>
                    <a:pt x="37719" y="37718"/>
                  </a:lnTo>
                  <a:lnTo>
                    <a:pt x="10120" y="78652"/>
                  </a:lnTo>
                  <a:lnTo>
                    <a:pt x="0" y="128778"/>
                  </a:lnTo>
                  <a:lnTo>
                    <a:pt x="10120" y="178903"/>
                  </a:lnTo>
                  <a:lnTo>
                    <a:pt x="37718" y="219837"/>
                  </a:lnTo>
                  <a:lnTo>
                    <a:pt x="78652" y="247435"/>
                  </a:lnTo>
                  <a:lnTo>
                    <a:pt x="128778" y="257556"/>
                  </a:lnTo>
                  <a:lnTo>
                    <a:pt x="178903" y="247435"/>
                  </a:lnTo>
                  <a:lnTo>
                    <a:pt x="219837" y="219837"/>
                  </a:lnTo>
                  <a:lnTo>
                    <a:pt x="247435" y="178903"/>
                  </a:lnTo>
                  <a:lnTo>
                    <a:pt x="257556" y="128778"/>
                  </a:lnTo>
                  <a:lnTo>
                    <a:pt x="247435" y="78652"/>
                  </a:lnTo>
                  <a:lnTo>
                    <a:pt x="219837" y="37718"/>
                  </a:lnTo>
                  <a:lnTo>
                    <a:pt x="178903" y="10120"/>
                  </a:lnTo>
                  <a:lnTo>
                    <a:pt x="128778" y="0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5670041" y="4438650"/>
              <a:ext cx="257810" cy="257810"/>
            </a:xfrm>
            <a:custGeom>
              <a:avLst/>
              <a:gdLst/>
              <a:ahLst/>
              <a:cxnLst/>
              <a:rect l="l" t="t" r="r" b="b"/>
              <a:pathLst>
                <a:path w="257810" h="257810">
                  <a:moveTo>
                    <a:pt x="0" y="128778"/>
                  </a:moveTo>
                  <a:lnTo>
                    <a:pt x="10120" y="78652"/>
                  </a:lnTo>
                  <a:lnTo>
                    <a:pt x="37719" y="37718"/>
                  </a:lnTo>
                  <a:lnTo>
                    <a:pt x="78652" y="10120"/>
                  </a:lnTo>
                  <a:lnTo>
                    <a:pt x="128778" y="0"/>
                  </a:lnTo>
                  <a:lnTo>
                    <a:pt x="178903" y="10120"/>
                  </a:lnTo>
                  <a:lnTo>
                    <a:pt x="219837" y="37718"/>
                  </a:lnTo>
                  <a:lnTo>
                    <a:pt x="247435" y="78652"/>
                  </a:lnTo>
                  <a:lnTo>
                    <a:pt x="257556" y="128778"/>
                  </a:lnTo>
                  <a:lnTo>
                    <a:pt x="247435" y="178903"/>
                  </a:lnTo>
                  <a:lnTo>
                    <a:pt x="219837" y="219837"/>
                  </a:lnTo>
                  <a:lnTo>
                    <a:pt x="178903" y="247435"/>
                  </a:lnTo>
                  <a:lnTo>
                    <a:pt x="128778" y="257556"/>
                  </a:lnTo>
                  <a:lnTo>
                    <a:pt x="78652" y="247435"/>
                  </a:lnTo>
                  <a:lnTo>
                    <a:pt x="37718" y="219837"/>
                  </a:lnTo>
                  <a:lnTo>
                    <a:pt x="10120" y="178903"/>
                  </a:lnTo>
                  <a:lnTo>
                    <a:pt x="0" y="128778"/>
                  </a:lnTo>
                  <a:close/>
                </a:path>
              </a:pathLst>
            </a:custGeom>
            <a:ln w="25400">
              <a:solidFill>
                <a:srgbClr val="BB7C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4" name="object 104"/>
          <p:cNvSpPr txBox="1"/>
          <p:nvPr/>
        </p:nvSpPr>
        <p:spPr>
          <a:xfrm>
            <a:off x="5751067" y="4476394"/>
            <a:ext cx="958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5647435" y="210438"/>
            <a:ext cx="108839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latin typeface="Arial"/>
                <a:cs typeface="Arial"/>
              </a:rPr>
              <a:t>High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level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steps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013" y="2180393"/>
            <a:ext cx="7809865" cy="255143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1400" b="1" dirty="0">
                <a:latin typeface="Arial"/>
                <a:cs typeface="Arial"/>
              </a:rPr>
              <a:t>Test</a:t>
            </a:r>
            <a:r>
              <a:rPr sz="1400" b="1" spc="-5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your</a:t>
            </a:r>
            <a:r>
              <a:rPr sz="1400" b="1" spc="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Multi-AZ</a:t>
            </a:r>
            <a:r>
              <a:rPr sz="1400" b="1" spc="-4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setup</a:t>
            </a:r>
            <a:endParaRPr sz="1400">
              <a:latin typeface="Arial"/>
              <a:cs typeface="Arial"/>
            </a:endParaRPr>
          </a:p>
          <a:p>
            <a:pPr marL="329565" indent="-316865">
              <a:lnSpc>
                <a:spcPct val="100000"/>
              </a:lnSpc>
              <a:spcBef>
                <a:spcPts val="254"/>
              </a:spcBef>
              <a:buClr>
                <a:srgbClr val="585858"/>
              </a:buClr>
              <a:buChar char="●"/>
              <a:tabLst>
                <a:tab pos="329565" algn="l"/>
              </a:tabLst>
            </a:pPr>
            <a:r>
              <a:rPr sz="1400" dirty="0">
                <a:latin typeface="Arial"/>
                <a:cs typeface="Arial"/>
              </a:rPr>
              <a:t>Stop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one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your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webserver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verify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that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there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no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impact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on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web</a:t>
            </a:r>
            <a:r>
              <a:rPr sz="1400" spc="-10" dirty="0">
                <a:latin typeface="Arial"/>
                <a:cs typeface="Arial"/>
              </a:rPr>
              <a:t> application</a:t>
            </a:r>
            <a:endParaRPr sz="1400">
              <a:latin typeface="Arial"/>
              <a:cs typeface="Arial"/>
            </a:endParaRPr>
          </a:p>
          <a:p>
            <a:pPr marL="329565" marR="5080" indent="-317500">
              <a:lnSpc>
                <a:spcPct val="114999"/>
              </a:lnSpc>
              <a:buClr>
                <a:srgbClr val="585858"/>
              </a:buClr>
              <a:buChar char="●"/>
              <a:tabLst>
                <a:tab pos="329565" algn="l"/>
              </a:tabLst>
            </a:pPr>
            <a:r>
              <a:rPr sz="1400" dirty="0">
                <a:latin typeface="Arial"/>
                <a:cs typeface="Arial"/>
              </a:rPr>
              <a:t>For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testing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database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failover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–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Reboot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database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instance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with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failover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option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verify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that</a:t>
            </a:r>
            <a:r>
              <a:rPr sz="1400" spc="-25" dirty="0">
                <a:latin typeface="Arial"/>
                <a:cs typeface="Arial"/>
              </a:rPr>
              <a:t> DB </a:t>
            </a:r>
            <a:r>
              <a:rPr sz="1400" dirty="0">
                <a:latin typeface="Arial"/>
                <a:cs typeface="Arial"/>
              </a:rPr>
              <a:t>points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to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secondary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database.</a:t>
            </a:r>
            <a:endParaRPr sz="1400">
              <a:latin typeface="Arial"/>
              <a:cs typeface="Arial"/>
            </a:endParaRPr>
          </a:p>
          <a:p>
            <a:pPr marL="329565" indent="-316865">
              <a:lnSpc>
                <a:spcPct val="100000"/>
              </a:lnSpc>
              <a:spcBef>
                <a:spcPts val="250"/>
              </a:spcBef>
              <a:buClr>
                <a:srgbClr val="585858"/>
              </a:buClr>
              <a:buChar char="●"/>
              <a:tabLst>
                <a:tab pos="329565" algn="l"/>
              </a:tabLst>
            </a:pPr>
            <a:r>
              <a:rPr sz="1400" dirty="0">
                <a:latin typeface="Arial"/>
                <a:cs typeface="Arial"/>
              </a:rPr>
              <a:t>Refer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this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article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for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how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to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reboot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database:</a:t>
            </a:r>
            <a:endParaRPr sz="1400">
              <a:latin typeface="Arial"/>
              <a:cs typeface="Arial"/>
            </a:endParaRPr>
          </a:p>
          <a:p>
            <a:pPr marL="329565">
              <a:lnSpc>
                <a:spcPct val="100000"/>
              </a:lnSpc>
              <a:spcBef>
                <a:spcPts val="250"/>
              </a:spcBef>
            </a:pPr>
            <a:r>
              <a:rPr sz="1400" u="sng" spc="-1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Arial"/>
                <a:cs typeface="Arial"/>
                <a:hlinkClick r:id="rId2"/>
              </a:rPr>
              <a:t>https://docs.aws.amazon.com/AmazonRDS/latest/UserGuide/USER_RebootInstance.html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00">
              <a:latin typeface="Arial"/>
              <a:cs typeface="Arial"/>
            </a:endParaRPr>
          </a:p>
          <a:p>
            <a:pPr marL="1682114" marR="1219200" algn="ctr">
              <a:lnSpc>
                <a:spcPct val="100000"/>
              </a:lnSpc>
            </a:pPr>
            <a:r>
              <a:rPr sz="1400" dirty="0">
                <a:latin typeface="Arial"/>
                <a:cs typeface="Arial"/>
              </a:rPr>
              <a:t>If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you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could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deploy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https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multi-</a:t>
            </a:r>
            <a:r>
              <a:rPr sz="1400" dirty="0">
                <a:latin typeface="Arial"/>
                <a:cs typeface="Arial"/>
              </a:rPr>
              <a:t>az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website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with custom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domain, </a:t>
            </a:r>
            <a:r>
              <a:rPr sz="1400" spc="-10" dirty="0">
                <a:solidFill>
                  <a:srgbClr val="00AF50"/>
                </a:solidFill>
                <a:latin typeface="Arial"/>
                <a:cs typeface="Arial"/>
              </a:rPr>
              <a:t>Congratulations,</a:t>
            </a:r>
            <a:r>
              <a:rPr sz="1400" spc="-5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AF50"/>
                </a:solidFill>
                <a:latin typeface="Arial"/>
                <a:cs typeface="Arial"/>
              </a:rPr>
              <a:t>Really</a:t>
            </a:r>
            <a:r>
              <a:rPr sz="1400" spc="-1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AF50"/>
                </a:solidFill>
                <a:latin typeface="Arial"/>
                <a:cs typeface="Arial"/>
              </a:rPr>
              <a:t>well</a:t>
            </a:r>
            <a:r>
              <a:rPr sz="1400" spc="2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AF50"/>
                </a:solidFill>
                <a:latin typeface="Arial"/>
                <a:cs typeface="Arial"/>
              </a:rPr>
              <a:t>done</a:t>
            </a:r>
            <a:r>
              <a:rPr sz="1400" spc="-3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00AF50"/>
                </a:solidFill>
                <a:latin typeface="Arial"/>
                <a:cs typeface="Arial"/>
              </a:rPr>
              <a:t>!!</a:t>
            </a:r>
            <a:endParaRPr sz="1400">
              <a:latin typeface="Arial"/>
              <a:cs typeface="Arial"/>
            </a:endParaRPr>
          </a:p>
          <a:p>
            <a:pPr marL="455295" algn="ctr">
              <a:lnSpc>
                <a:spcPct val="100000"/>
              </a:lnSpc>
            </a:pPr>
            <a:r>
              <a:rPr sz="1400" dirty="0">
                <a:latin typeface="Arial"/>
                <a:cs typeface="Arial"/>
              </a:rPr>
              <a:t>Do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not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forget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to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perform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clean-</a:t>
            </a:r>
            <a:r>
              <a:rPr sz="1400" dirty="0">
                <a:latin typeface="Arial"/>
                <a:cs typeface="Arial"/>
              </a:rPr>
              <a:t>up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for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AWS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resources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that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your </a:t>
            </a:r>
            <a:r>
              <a:rPr sz="1400" spc="-10" dirty="0">
                <a:latin typeface="Arial"/>
                <a:cs typeface="Arial"/>
              </a:rPr>
              <a:t>created.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Detailed</a:t>
            </a:r>
            <a:r>
              <a:rPr sz="2400" spc="-20" dirty="0"/>
              <a:t> </a:t>
            </a:r>
            <a:r>
              <a:rPr sz="2400" dirty="0"/>
              <a:t>steps</a:t>
            </a:r>
            <a:r>
              <a:rPr sz="2400" spc="-50" dirty="0"/>
              <a:t> </a:t>
            </a:r>
            <a:r>
              <a:rPr sz="2400" dirty="0"/>
              <a:t>not</a:t>
            </a:r>
            <a:r>
              <a:rPr sz="2400" spc="-50" dirty="0"/>
              <a:t> </a:t>
            </a:r>
            <a:r>
              <a:rPr sz="2400" dirty="0"/>
              <a:t>provided</a:t>
            </a:r>
            <a:r>
              <a:rPr sz="2400" spc="-30" dirty="0"/>
              <a:t> </a:t>
            </a:r>
            <a:r>
              <a:rPr sz="2400" dirty="0"/>
              <a:t>–</a:t>
            </a:r>
            <a:r>
              <a:rPr sz="2400" spc="-45" dirty="0"/>
              <a:t> </a:t>
            </a:r>
            <a:r>
              <a:rPr sz="2400" dirty="0"/>
              <a:t>Try</a:t>
            </a:r>
            <a:r>
              <a:rPr sz="2400" spc="-50" dirty="0"/>
              <a:t> </a:t>
            </a:r>
            <a:r>
              <a:rPr sz="2400" dirty="0"/>
              <a:t>it</a:t>
            </a:r>
            <a:r>
              <a:rPr sz="2400" spc="-50" dirty="0"/>
              <a:t> </a:t>
            </a:r>
            <a:r>
              <a:rPr sz="2400" dirty="0"/>
              <a:t>on</a:t>
            </a:r>
            <a:r>
              <a:rPr sz="2400" spc="-60" dirty="0"/>
              <a:t> </a:t>
            </a:r>
            <a:r>
              <a:rPr sz="2400" dirty="0"/>
              <a:t>your</a:t>
            </a:r>
            <a:r>
              <a:rPr sz="2400" spc="-45" dirty="0"/>
              <a:t> </a:t>
            </a:r>
            <a:r>
              <a:rPr sz="2400" spc="-20" dirty="0"/>
              <a:t>own!</a:t>
            </a:r>
            <a:endParaRPr sz="2400"/>
          </a:p>
        </p:txBody>
      </p:sp>
      <p:sp>
        <p:nvSpPr>
          <p:cNvPr id="4" name="object 4"/>
          <p:cNvSpPr txBox="1"/>
          <p:nvPr/>
        </p:nvSpPr>
        <p:spPr>
          <a:xfrm>
            <a:off x="418896" y="1124178"/>
            <a:ext cx="5197475" cy="51625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329565" indent="-316865">
              <a:lnSpc>
                <a:spcPct val="100000"/>
              </a:lnSpc>
              <a:spcBef>
                <a:spcPts val="350"/>
              </a:spcBef>
              <a:buClr>
                <a:srgbClr val="585858"/>
              </a:buClr>
              <a:buChar char="●"/>
              <a:tabLst>
                <a:tab pos="329565" algn="l"/>
              </a:tabLst>
            </a:pPr>
            <a:r>
              <a:rPr sz="1400" dirty="0">
                <a:latin typeface="Arial"/>
                <a:cs typeface="Arial"/>
              </a:rPr>
              <a:t>Hope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you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can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implement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part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2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exercise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own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your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own.</a:t>
            </a:r>
            <a:endParaRPr sz="1400">
              <a:latin typeface="Arial"/>
              <a:cs typeface="Arial"/>
            </a:endParaRPr>
          </a:p>
          <a:p>
            <a:pPr marL="329565" indent="-316865">
              <a:lnSpc>
                <a:spcPct val="100000"/>
              </a:lnSpc>
              <a:spcBef>
                <a:spcPts val="250"/>
              </a:spcBef>
              <a:buClr>
                <a:srgbClr val="585858"/>
              </a:buClr>
              <a:buChar char="●"/>
              <a:tabLst>
                <a:tab pos="329565" algn="l"/>
              </a:tabLst>
            </a:pPr>
            <a:r>
              <a:rPr sz="1400" dirty="0">
                <a:latin typeface="Arial"/>
                <a:cs typeface="Arial"/>
              </a:rPr>
              <a:t>Refer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troubleshooting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steps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on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next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page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if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you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are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stuck.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725" rIns="0" bIns="0" rtlCol="0">
            <a:spAutoFit/>
          </a:bodyPr>
          <a:lstStyle/>
          <a:p>
            <a:pPr marL="17526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Troubleshooting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9259" y="1170178"/>
            <a:ext cx="8187055" cy="2124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9565" indent="-316865">
              <a:lnSpc>
                <a:spcPct val="100000"/>
              </a:lnSpc>
              <a:spcBef>
                <a:spcPts val="100"/>
              </a:spcBef>
              <a:buClr>
                <a:srgbClr val="585858"/>
              </a:buClr>
              <a:buSzPct val="116666"/>
              <a:buChar char="●"/>
              <a:tabLst>
                <a:tab pos="329565" algn="l"/>
              </a:tabLst>
            </a:pPr>
            <a:r>
              <a:rPr sz="1200" dirty="0">
                <a:latin typeface="Arial"/>
                <a:cs typeface="Arial"/>
              </a:rPr>
              <a:t>If you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face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problem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creating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EC2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AMIs</a:t>
            </a:r>
            <a:r>
              <a:rPr sz="1200" spc="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or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HTTPS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configuration,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refer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to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ALB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section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exercises</a:t>
            </a:r>
            <a:endParaRPr sz="1200">
              <a:latin typeface="Arial"/>
              <a:cs typeface="Arial"/>
            </a:endParaRPr>
          </a:p>
          <a:p>
            <a:pPr marL="329565" indent="-316865">
              <a:lnSpc>
                <a:spcPct val="100000"/>
              </a:lnSpc>
              <a:spcBef>
                <a:spcPts val="215"/>
              </a:spcBef>
              <a:buClr>
                <a:srgbClr val="585858"/>
              </a:buClr>
              <a:buSzPct val="116666"/>
              <a:buChar char="●"/>
              <a:tabLst>
                <a:tab pos="329565" algn="l"/>
              </a:tabLst>
            </a:pPr>
            <a:r>
              <a:rPr sz="1200" dirty="0">
                <a:latin typeface="Arial"/>
                <a:cs typeface="Arial"/>
              </a:rPr>
              <a:t>For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changing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single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AZ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database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to</a:t>
            </a:r>
            <a:r>
              <a:rPr sz="1200" spc="-10" dirty="0">
                <a:latin typeface="Arial"/>
                <a:cs typeface="Arial"/>
              </a:rPr>
              <a:t> multi-</a:t>
            </a:r>
            <a:r>
              <a:rPr sz="1200" dirty="0">
                <a:latin typeface="Arial"/>
                <a:cs typeface="Arial"/>
              </a:rPr>
              <a:t>AZ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database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refer:</a:t>
            </a:r>
            <a:endParaRPr sz="1200">
              <a:latin typeface="Arial"/>
              <a:cs typeface="Arial"/>
            </a:endParaRPr>
          </a:p>
          <a:p>
            <a:pPr marL="329565">
              <a:lnSpc>
                <a:spcPct val="100000"/>
              </a:lnSpc>
              <a:spcBef>
                <a:spcPts val="215"/>
              </a:spcBef>
            </a:pPr>
            <a:r>
              <a:rPr sz="1200" u="sng" spc="-1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Arial"/>
                <a:cs typeface="Arial"/>
                <a:hlinkClick r:id="rId2"/>
              </a:rPr>
              <a:t>https://docs.aws.amazon.com/AmazonRDS/latest/UserGuide/Concepts.MultiAZSingleStandby.html#Concepts.MultiA</a:t>
            </a:r>
            <a:endParaRPr sz="1200">
              <a:latin typeface="Arial"/>
              <a:cs typeface="Arial"/>
            </a:endParaRPr>
          </a:p>
          <a:p>
            <a:pPr marL="329565">
              <a:lnSpc>
                <a:spcPct val="100000"/>
              </a:lnSpc>
              <a:spcBef>
                <a:spcPts val="220"/>
              </a:spcBef>
            </a:pPr>
            <a:r>
              <a:rPr sz="1200" u="sng" spc="-1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Arial"/>
                <a:cs typeface="Arial"/>
                <a:hlinkClick r:id="rId2"/>
              </a:rPr>
              <a:t>Z.Migrating.Convert</a:t>
            </a:r>
            <a:endParaRPr sz="1200">
              <a:latin typeface="Arial"/>
              <a:cs typeface="Arial"/>
            </a:endParaRPr>
          </a:p>
          <a:p>
            <a:pPr marL="329565" marR="272415" indent="-317500">
              <a:lnSpc>
                <a:spcPct val="114999"/>
              </a:lnSpc>
              <a:buClr>
                <a:srgbClr val="585858"/>
              </a:buClr>
              <a:buSzPct val="116666"/>
              <a:buChar char="●"/>
              <a:tabLst>
                <a:tab pos="329565" algn="l"/>
              </a:tabLst>
            </a:pPr>
            <a:r>
              <a:rPr sz="1200" dirty="0">
                <a:latin typeface="Arial"/>
                <a:cs typeface="Arial"/>
              </a:rPr>
              <a:t>If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your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setup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does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not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work,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possibly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web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server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is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not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running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or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web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server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is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not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able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to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communicate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with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the </a:t>
            </a:r>
            <a:r>
              <a:rPr sz="1200" dirty="0">
                <a:latin typeface="Arial"/>
                <a:cs typeface="Arial"/>
              </a:rPr>
              <a:t>database.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that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case:</a:t>
            </a:r>
            <a:endParaRPr sz="1200">
              <a:latin typeface="Arial"/>
              <a:cs typeface="Arial"/>
            </a:endParaRPr>
          </a:p>
          <a:p>
            <a:pPr marL="697230" lvl="1" indent="-227329">
              <a:lnSpc>
                <a:spcPts val="1485"/>
              </a:lnSpc>
              <a:buClr>
                <a:srgbClr val="585858"/>
              </a:buClr>
              <a:buSzPct val="127272"/>
              <a:buAutoNum type="alphaLcPeriod"/>
              <a:tabLst>
                <a:tab pos="697230" algn="l"/>
              </a:tabLst>
            </a:pPr>
            <a:r>
              <a:rPr sz="1100" dirty="0">
                <a:latin typeface="Arial"/>
                <a:cs typeface="Arial"/>
              </a:rPr>
              <a:t>Launch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temporary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Jump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host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EC2 instance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Public subnet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connect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over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SSH.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From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there,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connect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any</a:t>
            </a:r>
            <a:r>
              <a:rPr sz="1100" spc="-25" dirty="0">
                <a:latin typeface="Arial"/>
                <a:cs typeface="Arial"/>
              </a:rPr>
              <a:t> of</a:t>
            </a:r>
            <a:endParaRPr sz="1100">
              <a:latin typeface="Arial"/>
              <a:cs typeface="Arial"/>
            </a:endParaRPr>
          </a:p>
          <a:p>
            <a:pPr marL="698500">
              <a:lnSpc>
                <a:spcPts val="1290"/>
              </a:lnSpc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webserver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via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this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jump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host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over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SSH.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Check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webserver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running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port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80.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commands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like:</a:t>
            </a:r>
            <a:endParaRPr sz="1100">
              <a:latin typeface="Arial"/>
              <a:cs typeface="Arial"/>
            </a:endParaRPr>
          </a:p>
          <a:p>
            <a:pPr marL="698500">
              <a:lnSpc>
                <a:spcPts val="1170"/>
              </a:lnSpc>
            </a:pPr>
            <a:r>
              <a:rPr sz="1100" i="1" dirty="0">
                <a:latin typeface="Arial"/>
                <a:cs typeface="Arial"/>
              </a:rPr>
              <a:t>systemctl</a:t>
            </a:r>
            <a:r>
              <a:rPr sz="1100" i="1" spc="-3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status</a:t>
            </a:r>
            <a:r>
              <a:rPr sz="1100" i="1" spc="-35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httpd.service</a:t>
            </a:r>
            <a:r>
              <a:rPr sz="1100" spc="-1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697230" lvl="1" indent="-227329">
              <a:lnSpc>
                <a:spcPts val="1350"/>
              </a:lnSpc>
              <a:buClr>
                <a:srgbClr val="585858"/>
              </a:buClr>
              <a:buSzPct val="127272"/>
              <a:buAutoNum type="alphaLcPeriod" startAt="2"/>
              <a:tabLst>
                <a:tab pos="697230" algn="l"/>
              </a:tabLst>
            </a:pPr>
            <a:r>
              <a:rPr sz="1100" dirty="0">
                <a:latin typeface="Arial"/>
                <a:cs typeface="Arial"/>
              </a:rPr>
              <a:t>Check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public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private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subnet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routes</a:t>
            </a:r>
            <a:endParaRPr sz="1100">
              <a:latin typeface="Arial"/>
              <a:cs typeface="Arial"/>
            </a:endParaRPr>
          </a:p>
          <a:p>
            <a:pPr marL="697230" lvl="1" indent="-227329">
              <a:lnSpc>
                <a:spcPts val="1500"/>
              </a:lnSpc>
              <a:buClr>
                <a:srgbClr val="585858"/>
              </a:buClr>
              <a:buSzPct val="127272"/>
              <a:buAutoNum type="alphaLcPeriod" startAt="2"/>
              <a:tabLst>
                <a:tab pos="697230" algn="l"/>
              </a:tabLst>
            </a:pPr>
            <a:r>
              <a:rPr sz="1100" dirty="0">
                <a:latin typeface="Arial"/>
                <a:cs typeface="Arial"/>
              </a:rPr>
              <a:t>Check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security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groups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Web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server,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Database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0" dirty="0">
                <a:latin typeface="Arial"/>
                <a:cs typeface="Arial"/>
              </a:rPr>
              <a:t> ALB.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0"/>
            <a:ext cx="7086600" cy="808938"/>
          </a:xfrm>
          <a:prstGeom prst="rect">
            <a:avLst/>
          </a:prstGeom>
        </p:spPr>
        <p:txBody>
          <a:bodyPr vert="horz" wrap="square" lIns="0" tIns="374395" rIns="0" bIns="0" rtlCol="0">
            <a:spAutoFit/>
          </a:bodyPr>
          <a:lstStyle/>
          <a:p>
            <a:pPr marL="175260">
              <a:lnSpc>
                <a:spcPct val="100000"/>
              </a:lnSpc>
              <a:spcBef>
                <a:spcPts val="95"/>
              </a:spcBef>
            </a:pPr>
            <a:r>
              <a:rPr sz="2800" spc="-20" dirty="0"/>
              <a:t>Clean-</a:t>
            </a:r>
            <a:r>
              <a:rPr sz="2800" spc="-25" dirty="0"/>
              <a:t>up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457200" y="939998"/>
            <a:ext cx="7886700" cy="3894656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310"/>
              </a:spcBef>
            </a:pPr>
            <a:r>
              <a:rPr sz="1400" dirty="0"/>
              <a:t>It’s</a:t>
            </a:r>
            <a:r>
              <a:rPr sz="1400" spc="-15" dirty="0"/>
              <a:t> </a:t>
            </a:r>
            <a:r>
              <a:rPr sz="1400" dirty="0"/>
              <a:t>very</a:t>
            </a:r>
            <a:r>
              <a:rPr sz="1400" spc="-5" dirty="0"/>
              <a:t> </a:t>
            </a:r>
            <a:r>
              <a:rPr sz="1400" dirty="0"/>
              <a:t>important</a:t>
            </a:r>
            <a:r>
              <a:rPr sz="1400" spc="-25" dirty="0"/>
              <a:t> </a:t>
            </a:r>
            <a:r>
              <a:rPr sz="1400" dirty="0"/>
              <a:t>that</a:t>
            </a:r>
            <a:r>
              <a:rPr sz="1400" spc="-30" dirty="0"/>
              <a:t> </a:t>
            </a:r>
            <a:r>
              <a:rPr sz="1400" dirty="0"/>
              <a:t>you</a:t>
            </a:r>
            <a:r>
              <a:rPr sz="1400" spc="-10" dirty="0"/>
              <a:t> </a:t>
            </a:r>
            <a:r>
              <a:rPr sz="1400" dirty="0"/>
              <a:t>delete</a:t>
            </a:r>
            <a:r>
              <a:rPr sz="1400" spc="-40" dirty="0"/>
              <a:t> </a:t>
            </a:r>
            <a:r>
              <a:rPr sz="1400" dirty="0"/>
              <a:t>all</a:t>
            </a:r>
            <a:r>
              <a:rPr sz="1400" spc="-25" dirty="0"/>
              <a:t> </a:t>
            </a:r>
            <a:r>
              <a:rPr sz="1400" dirty="0"/>
              <a:t>your</a:t>
            </a:r>
            <a:r>
              <a:rPr sz="1400" spc="-10" dirty="0"/>
              <a:t> </a:t>
            </a:r>
            <a:r>
              <a:rPr sz="1400" dirty="0"/>
              <a:t>AWS</a:t>
            </a:r>
            <a:r>
              <a:rPr sz="1400" spc="-45" dirty="0"/>
              <a:t> </a:t>
            </a:r>
            <a:r>
              <a:rPr sz="1400" dirty="0"/>
              <a:t>resources</a:t>
            </a:r>
            <a:r>
              <a:rPr sz="1400" spc="-35" dirty="0"/>
              <a:t> </a:t>
            </a:r>
            <a:r>
              <a:rPr sz="1400" dirty="0"/>
              <a:t>after</a:t>
            </a:r>
            <a:r>
              <a:rPr sz="1400" spc="-35" dirty="0"/>
              <a:t> </a:t>
            </a:r>
            <a:r>
              <a:rPr sz="1400" dirty="0"/>
              <a:t>you</a:t>
            </a:r>
            <a:r>
              <a:rPr sz="1400" spc="-20" dirty="0"/>
              <a:t> </a:t>
            </a:r>
            <a:r>
              <a:rPr sz="1400" dirty="0"/>
              <a:t>are</a:t>
            </a:r>
            <a:r>
              <a:rPr sz="1400" spc="-20" dirty="0"/>
              <a:t> </a:t>
            </a:r>
            <a:r>
              <a:rPr sz="1400" dirty="0"/>
              <a:t>done</a:t>
            </a:r>
            <a:r>
              <a:rPr sz="1400" spc="-35" dirty="0"/>
              <a:t> </a:t>
            </a:r>
            <a:r>
              <a:rPr sz="1400" dirty="0"/>
              <a:t>with your</a:t>
            </a:r>
            <a:r>
              <a:rPr sz="1400" spc="-20" dirty="0"/>
              <a:t> </a:t>
            </a:r>
            <a:r>
              <a:rPr sz="1400" dirty="0"/>
              <a:t>exercise</a:t>
            </a:r>
            <a:r>
              <a:rPr sz="1400" spc="-20" dirty="0"/>
              <a:t> </a:t>
            </a:r>
            <a:r>
              <a:rPr sz="1400" dirty="0"/>
              <a:t>to</a:t>
            </a:r>
            <a:r>
              <a:rPr sz="1400" spc="-10" dirty="0"/>
              <a:t> </a:t>
            </a:r>
            <a:r>
              <a:rPr sz="1400" dirty="0"/>
              <a:t>avoid</a:t>
            </a:r>
            <a:r>
              <a:rPr sz="1400" spc="-25" dirty="0"/>
              <a:t> </a:t>
            </a:r>
            <a:r>
              <a:rPr sz="1400" dirty="0"/>
              <a:t>any</a:t>
            </a:r>
            <a:r>
              <a:rPr sz="1400" spc="-25" dirty="0"/>
              <a:t> </a:t>
            </a:r>
            <a:r>
              <a:rPr sz="1400" dirty="0"/>
              <a:t>AWS</a:t>
            </a:r>
            <a:r>
              <a:rPr sz="1400" spc="-45" dirty="0"/>
              <a:t> </a:t>
            </a:r>
            <a:r>
              <a:rPr sz="1400" spc="-10" dirty="0"/>
              <a:t>usage</a:t>
            </a:r>
          </a:p>
          <a:p>
            <a:pPr marL="15875">
              <a:lnSpc>
                <a:spcPct val="100000"/>
              </a:lnSpc>
              <a:spcBef>
                <a:spcPts val="219"/>
              </a:spcBef>
            </a:pPr>
            <a:r>
              <a:rPr sz="1400" spc="-10" dirty="0"/>
              <a:t>cost.</a:t>
            </a:r>
          </a:p>
          <a:p>
            <a:pPr marL="3175">
              <a:lnSpc>
                <a:spcPct val="100000"/>
              </a:lnSpc>
              <a:spcBef>
                <a:spcPts val="490"/>
              </a:spcBef>
            </a:pPr>
            <a:endParaRPr sz="1400" spc="-10" dirty="0"/>
          </a:p>
          <a:p>
            <a:pPr marL="358140" indent="-342265">
              <a:lnSpc>
                <a:spcPts val="1360"/>
              </a:lnSpc>
              <a:buClr>
                <a:srgbClr val="585858"/>
              </a:buClr>
              <a:buAutoNum type="arabicPeriod"/>
              <a:tabLst>
                <a:tab pos="358140" algn="l"/>
              </a:tabLst>
            </a:pPr>
            <a:r>
              <a:rPr sz="1400" dirty="0"/>
              <a:t>Delete</a:t>
            </a:r>
            <a:r>
              <a:rPr sz="1400" spc="-30" dirty="0"/>
              <a:t> </a:t>
            </a:r>
            <a:r>
              <a:rPr sz="1400" dirty="0"/>
              <a:t>the</a:t>
            </a:r>
            <a:r>
              <a:rPr sz="1400" spc="-30" dirty="0"/>
              <a:t> </a:t>
            </a:r>
            <a:r>
              <a:rPr sz="1400" spc="-10" dirty="0"/>
              <a:t>database:</a:t>
            </a:r>
          </a:p>
          <a:p>
            <a:pPr marL="725805" lvl="1" indent="-227329">
              <a:lnSpc>
                <a:spcPts val="1420"/>
              </a:lnSpc>
              <a:buClr>
                <a:srgbClr val="585858"/>
              </a:buClr>
              <a:buSzPct val="127272"/>
              <a:buAutoNum type="alphaLcPeriod"/>
              <a:tabLst>
                <a:tab pos="725805" algn="l"/>
              </a:tabLst>
            </a:pPr>
            <a:r>
              <a:rPr sz="800" dirty="0">
                <a:latin typeface="Arial"/>
                <a:cs typeface="Arial"/>
              </a:rPr>
              <a:t>Go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to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RDS</a:t>
            </a:r>
            <a:r>
              <a:rPr sz="800" spc="-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console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-&gt;</a:t>
            </a:r>
            <a:r>
              <a:rPr sz="800" spc="-3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Select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your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database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-&gt;</a:t>
            </a:r>
            <a:r>
              <a:rPr sz="800" spc="-4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Actions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-&gt;</a:t>
            </a:r>
            <a:r>
              <a:rPr sz="800" spc="-4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Delete</a:t>
            </a:r>
            <a:endParaRPr sz="800" dirty="0">
              <a:latin typeface="Arial"/>
              <a:cs typeface="Arial"/>
            </a:endParaRPr>
          </a:p>
          <a:p>
            <a:pPr marL="725805" lvl="1" indent="-227329">
              <a:lnSpc>
                <a:spcPts val="1320"/>
              </a:lnSpc>
              <a:buClr>
                <a:srgbClr val="585858"/>
              </a:buClr>
              <a:buSzPct val="127272"/>
              <a:buAutoNum type="alphaLcPeriod"/>
              <a:tabLst>
                <a:tab pos="725805" algn="l"/>
              </a:tabLst>
            </a:pPr>
            <a:r>
              <a:rPr sz="800" dirty="0">
                <a:latin typeface="Arial"/>
                <a:cs typeface="Arial"/>
              </a:rPr>
              <a:t>Uncheck</a:t>
            </a:r>
            <a:r>
              <a:rPr sz="800" spc="-3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Create</a:t>
            </a:r>
            <a:r>
              <a:rPr sz="800" spc="-3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final</a:t>
            </a:r>
            <a:r>
              <a:rPr sz="800" spc="-3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snapshot</a:t>
            </a:r>
            <a:r>
              <a:rPr sz="800" spc="-3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and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check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the</a:t>
            </a:r>
            <a:r>
              <a:rPr sz="800" spc="-4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“I</a:t>
            </a:r>
            <a:r>
              <a:rPr sz="800" spc="-4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Acknowledge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..</a:t>
            </a:r>
            <a:r>
              <a:rPr sz="800" spc="-40" dirty="0">
                <a:latin typeface="Arial"/>
                <a:cs typeface="Arial"/>
              </a:rPr>
              <a:t> </a:t>
            </a:r>
            <a:r>
              <a:rPr sz="800" spc="-50" dirty="0">
                <a:latin typeface="Arial"/>
                <a:cs typeface="Arial"/>
              </a:rPr>
              <a:t>“</a:t>
            </a:r>
            <a:endParaRPr sz="800" dirty="0">
              <a:latin typeface="Arial"/>
              <a:cs typeface="Arial"/>
            </a:endParaRPr>
          </a:p>
          <a:p>
            <a:pPr marL="725805" lvl="1" indent="-227329">
              <a:lnSpc>
                <a:spcPts val="1500"/>
              </a:lnSpc>
              <a:buClr>
                <a:srgbClr val="585858"/>
              </a:buClr>
              <a:buSzPct val="127272"/>
              <a:buAutoNum type="alphaLcPeriod"/>
              <a:tabLst>
                <a:tab pos="725805" algn="l"/>
              </a:tabLst>
            </a:pPr>
            <a:r>
              <a:rPr sz="800" spc="-10" dirty="0">
                <a:latin typeface="Arial"/>
                <a:cs typeface="Arial"/>
              </a:rPr>
              <a:t>Delete</a:t>
            </a:r>
            <a:endParaRPr sz="800" dirty="0">
              <a:latin typeface="Arial"/>
              <a:cs typeface="Arial"/>
            </a:endParaRPr>
          </a:p>
          <a:p>
            <a:pPr marL="358140" indent="-342265">
              <a:lnSpc>
                <a:spcPts val="1360"/>
              </a:lnSpc>
              <a:spcBef>
                <a:spcPts val="20"/>
              </a:spcBef>
              <a:buClr>
                <a:srgbClr val="585858"/>
              </a:buClr>
              <a:buAutoNum type="arabicPeriod"/>
              <a:tabLst>
                <a:tab pos="358140" algn="l"/>
              </a:tabLst>
            </a:pPr>
            <a:r>
              <a:rPr sz="1400" dirty="0"/>
              <a:t>Terminate</a:t>
            </a:r>
            <a:r>
              <a:rPr sz="1400" spc="-50" dirty="0"/>
              <a:t> </a:t>
            </a:r>
            <a:r>
              <a:rPr sz="1400" dirty="0"/>
              <a:t>EC2</a:t>
            </a:r>
            <a:r>
              <a:rPr sz="1400" spc="-10" dirty="0"/>
              <a:t> instance:</a:t>
            </a:r>
          </a:p>
          <a:p>
            <a:pPr marL="725805" lvl="1" indent="-227329">
              <a:lnSpc>
                <a:spcPts val="1600"/>
              </a:lnSpc>
              <a:buClr>
                <a:srgbClr val="585858"/>
              </a:buClr>
              <a:buSzPct val="127272"/>
              <a:buAutoNum type="alphaLcPeriod"/>
              <a:tabLst>
                <a:tab pos="725805" algn="l"/>
              </a:tabLst>
            </a:pPr>
            <a:r>
              <a:rPr sz="800" dirty="0">
                <a:latin typeface="Arial"/>
                <a:cs typeface="Arial"/>
              </a:rPr>
              <a:t>Go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to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EC2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console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-&gt;</a:t>
            </a:r>
            <a:r>
              <a:rPr sz="800" spc="-4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Select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your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EC2 instance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-&gt;</a:t>
            </a:r>
            <a:r>
              <a:rPr sz="800" spc="-3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Instance</a:t>
            </a:r>
            <a:r>
              <a:rPr sz="800" spc="-6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State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-&gt;</a:t>
            </a:r>
            <a:r>
              <a:rPr sz="800" spc="-4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Terminate</a:t>
            </a:r>
            <a:endParaRPr sz="800" dirty="0">
              <a:latin typeface="Arial"/>
              <a:cs typeface="Arial"/>
            </a:endParaRPr>
          </a:p>
          <a:p>
            <a:pPr marL="358140" indent="-342265">
              <a:lnSpc>
                <a:spcPts val="1360"/>
              </a:lnSpc>
              <a:spcBef>
                <a:spcPts val="20"/>
              </a:spcBef>
              <a:buClr>
                <a:srgbClr val="585858"/>
              </a:buClr>
              <a:buAutoNum type="arabicPeriod"/>
              <a:tabLst>
                <a:tab pos="358140" algn="l"/>
              </a:tabLst>
            </a:pPr>
            <a:r>
              <a:rPr sz="1400" dirty="0"/>
              <a:t>Delete</a:t>
            </a:r>
            <a:r>
              <a:rPr sz="1400" spc="-35" dirty="0"/>
              <a:t> </a:t>
            </a:r>
            <a:r>
              <a:rPr sz="1400" dirty="0"/>
              <a:t>ALB</a:t>
            </a:r>
            <a:r>
              <a:rPr sz="1400" spc="-35" dirty="0"/>
              <a:t> </a:t>
            </a:r>
            <a:r>
              <a:rPr sz="1400" dirty="0"/>
              <a:t>Target</a:t>
            </a:r>
            <a:r>
              <a:rPr sz="1400" spc="-25" dirty="0"/>
              <a:t> </a:t>
            </a:r>
            <a:r>
              <a:rPr sz="1400" dirty="0"/>
              <a:t>group</a:t>
            </a:r>
            <a:r>
              <a:rPr sz="1400" spc="-35" dirty="0"/>
              <a:t> </a:t>
            </a:r>
            <a:r>
              <a:rPr sz="1400" dirty="0"/>
              <a:t>and</a:t>
            </a:r>
            <a:r>
              <a:rPr sz="1400" spc="-30" dirty="0"/>
              <a:t> </a:t>
            </a:r>
            <a:r>
              <a:rPr sz="1400" spc="-20" dirty="0"/>
              <a:t>ALB:</a:t>
            </a:r>
          </a:p>
          <a:p>
            <a:pPr marL="725805" lvl="1" indent="-227329">
              <a:lnSpc>
                <a:spcPts val="1420"/>
              </a:lnSpc>
              <a:buClr>
                <a:srgbClr val="585858"/>
              </a:buClr>
              <a:buSzPct val="127272"/>
              <a:buAutoNum type="alphaLcPeriod"/>
              <a:tabLst>
                <a:tab pos="725805" algn="l"/>
              </a:tabLst>
            </a:pPr>
            <a:r>
              <a:rPr sz="800" dirty="0">
                <a:latin typeface="Arial"/>
                <a:cs typeface="Arial"/>
              </a:rPr>
              <a:t>Go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to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EC2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console</a:t>
            </a:r>
            <a:r>
              <a:rPr sz="800" spc="-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-&gt;</a:t>
            </a:r>
            <a:r>
              <a:rPr sz="800" spc="-4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Application Load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Balancer</a:t>
            </a:r>
            <a:r>
              <a:rPr sz="800" spc="-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-&gt;</a:t>
            </a:r>
            <a:r>
              <a:rPr sz="800" spc="-4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Target</a:t>
            </a:r>
            <a:r>
              <a:rPr sz="800" spc="-5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group</a:t>
            </a:r>
            <a:r>
              <a:rPr sz="800" spc="-4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-&gt;</a:t>
            </a:r>
            <a:r>
              <a:rPr sz="800" spc="-4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Delete</a:t>
            </a:r>
            <a:endParaRPr sz="800" dirty="0">
              <a:latin typeface="Arial"/>
              <a:cs typeface="Arial"/>
            </a:endParaRPr>
          </a:p>
          <a:p>
            <a:pPr marL="725805" lvl="1" indent="-227329">
              <a:lnSpc>
                <a:spcPts val="1500"/>
              </a:lnSpc>
              <a:buClr>
                <a:srgbClr val="585858"/>
              </a:buClr>
              <a:buSzPct val="127272"/>
              <a:buAutoNum type="alphaLcPeriod"/>
              <a:tabLst>
                <a:tab pos="725805" algn="l"/>
              </a:tabLst>
            </a:pPr>
            <a:r>
              <a:rPr sz="800" dirty="0">
                <a:latin typeface="Arial"/>
                <a:cs typeface="Arial"/>
              </a:rPr>
              <a:t>Go</a:t>
            </a:r>
            <a:r>
              <a:rPr sz="800" spc="-4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to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EC2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console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-&gt;</a:t>
            </a:r>
            <a:r>
              <a:rPr sz="800" spc="-4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Application</a:t>
            </a:r>
            <a:r>
              <a:rPr sz="800" spc="-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Load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Balancer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-&gt;</a:t>
            </a:r>
            <a:r>
              <a:rPr sz="800" spc="-4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Select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your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ALB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-&gt;</a:t>
            </a:r>
            <a:r>
              <a:rPr sz="800" spc="-3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Delete</a:t>
            </a:r>
            <a:endParaRPr sz="800" dirty="0">
              <a:latin typeface="Arial"/>
              <a:cs typeface="Arial"/>
            </a:endParaRPr>
          </a:p>
          <a:p>
            <a:pPr marL="358140" indent="-342265">
              <a:lnSpc>
                <a:spcPts val="1360"/>
              </a:lnSpc>
              <a:spcBef>
                <a:spcPts val="20"/>
              </a:spcBef>
              <a:buClr>
                <a:srgbClr val="585858"/>
              </a:buClr>
              <a:buAutoNum type="arabicPeriod"/>
              <a:tabLst>
                <a:tab pos="358140" algn="l"/>
              </a:tabLst>
            </a:pPr>
            <a:r>
              <a:rPr sz="1400" dirty="0"/>
              <a:t>Delete</a:t>
            </a:r>
            <a:r>
              <a:rPr sz="1400" spc="-50" dirty="0"/>
              <a:t> </a:t>
            </a:r>
            <a:r>
              <a:rPr sz="1400" spc="-25" dirty="0"/>
              <a:t>VPC</a:t>
            </a:r>
          </a:p>
          <a:p>
            <a:pPr marL="725805" lvl="1" indent="-227329">
              <a:lnSpc>
                <a:spcPts val="1420"/>
              </a:lnSpc>
              <a:buClr>
                <a:srgbClr val="585858"/>
              </a:buClr>
              <a:buSzPct val="127272"/>
              <a:buAutoNum type="alphaLcPeriod"/>
              <a:tabLst>
                <a:tab pos="725805" algn="l"/>
              </a:tabLst>
            </a:pPr>
            <a:r>
              <a:rPr sz="800" dirty="0">
                <a:latin typeface="Arial"/>
                <a:cs typeface="Arial"/>
              </a:rPr>
              <a:t>Wait</a:t>
            </a:r>
            <a:r>
              <a:rPr sz="800" spc="-5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for</a:t>
            </a:r>
            <a:r>
              <a:rPr sz="800" spc="-4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database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and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EC2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to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be</a:t>
            </a:r>
            <a:r>
              <a:rPr sz="800" spc="-3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deleted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completely</a:t>
            </a:r>
            <a:endParaRPr sz="800" dirty="0">
              <a:latin typeface="Arial"/>
              <a:cs typeface="Arial"/>
            </a:endParaRPr>
          </a:p>
          <a:p>
            <a:pPr marL="725805" lvl="1" indent="-227329">
              <a:lnSpc>
                <a:spcPts val="1500"/>
              </a:lnSpc>
              <a:buClr>
                <a:srgbClr val="585858"/>
              </a:buClr>
              <a:buSzPct val="127272"/>
              <a:buAutoNum type="alphaLcPeriod"/>
              <a:tabLst>
                <a:tab pos="725805" algn="l"/>
              </a:tabLst>
            </a:pPr>
            <a:r>
              <a:rPr sz="800" dirty="0">
                <a:latin typeface="Arial"/>
                <a:cs typeface="Arial"/>
              </a:rPr>
              <a:t>Go</a:t>
            </a:r>
            <a:r>
              <a:rPr sz="800" spc="-4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to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VPC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console</a:t>
            </a:r>
            <a:r>
              <a:rPr sz="800" spc="-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-&gt;</a:t>
            </a:r>
            <a:r>
              <a:rPr sz="800" spc="-5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Select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your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VPC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-&gt;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Actions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-&gt;</a:t>
            </a:r>
            <a:r>
              <a:rPr sz="800" spc="-4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Delete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spc="-25" dirty="0">
                <a:latin typeface="Arial"/>
                <a:cs typeface="Arial"/>
              </a:rPr>
              <a:t>VPC</a:t>
            </a:r>
            <a:endParaRPr sz="800" dirty="0">
              <a:latin typeface="Arial"/>
              <a:cs typeface="Arial"/>
            </a:endParaRPr>
          </a:p>
          <a:p>
            <a:pPr marL="358140" indent="-342265">
              <a:lnSpc>
                <a:spcPct val="100000"/>
              </a:lnSpc>
              <a:spcBef>
                <a:spcPts val="20"/>
              </a:spcBef>
              <a:buClr>
                <a:srgbClr val="585858"/>
              </a:buClr>
              <a:buAutoNum type="arabicPeriod"/>
              <a:tabLst>
                <a:tab pos="358140" algn="l"/>
              </a:tabLst>
            </a:pPr>
            <a:r>
              <a:rPr sz="1400" dirty="0"/>
              <a:t>Delete</a:t>
            </a:r>
            <a:r>
              <a:rPr sz="1400" spc="-30" dirty="0"/>
              <a:t> </a:t>
            </a:r>
            <a:r>
              <a:rPr sz="1400" dirty="0"/>
              <a:t>Route</a:t>
            </a:r>
            <a:r>
              <a:rPr sz="1400" spc="-35" dirty="0"/>
              <a:t> </a:t>
            </a:r>
            <a:r>
              <a:rPr sz="1400" dirty="0"/>
              <a:t>53</a:t>
            </a:r>
            <a:r>
              <a:rPr sz="1400" spc="-20" dirty="0"/>
              <a:t> </a:t>
            </a:r>
            <a:r>
              <a:rPr sz="1400" dirty="0"/>
              <a:t>Public</a:t>
            </a:r>
            <a:r>
              <a:rPr sz="1400" spc="-30" dirty="0"/>
              <a:t> </a:t>
            </a:r>
            <a:r>
              <a:rPr sz="1400" dirty="0"/>
              <a:t>hosted</a:t>
            </a:r>
            <a:r>
              <a:rPr sz="1400" spc="-40" dirty="0"/>
              <a:t> </a:t>
            </a:r>
            <a:r>
              <a:rPr sz="1400" dirty="0"/>
              <a:t>zone</a:t>
            </a:r>
            <a:r>
              <a:rPr sz="1400" spc="-15" dirty="0"/>
              <a:t> </a:t>
            </a:r>
            <a:r>
              <a:rPr sz="1400" dirty="0"/>
              <a:t>(if</a:t>
            </a:r>
            <a:r>
              <a:rPr sz="1400" spc="-10" dirty="0"/>
              <a:t> </a:t>
            </a:r>
            <a:r>
              <a:rPr sz="1400" dirty="0"/>
              <a:t>you</a:t>
            </a:r>
            <a:r>
              <a:rPr sz="1400" spc="-10" dirty="0"/>
              <a:t> </a:t>
            </a:r>
            <a:r>
              <a:rPr sz="1400" dirty="0"/>
              <a:t>are</a:t>
            </a:r>
            <a:r>
              <a:rPr sz="1400" spc="-15" dirty="0"/>
              <a:t> </a:t>
            </a:r>
            <a:r>
              <a:rPr sz="1400" dirty="0"/>
              <a:t>not</a:t>
            </a:r>
            <a:r>
              <a:rPr sz="1400" spc="-30" dirty="0"/>
              <a:t> </a:t>
            </a:r>
            <a:r>
              <a:rPr sz="1400" dirty="0"/>
              <a:t>using</a:t>
            </a:r>
            <a:r>
              <a:rPr sz="1400" spc="-20" dirty="0"/>
              <a:t> </a:t>
            </a:r>
            <a:r>
              <a:rPr sz="1400" dirty="0"/>
              <a:t>it</a:t>
            </a:r>
            <a:r>
              <a:rPr sz="1400" spc="-10" dirty="0"/>
              <a:t> </a:t>
            </a:r>
            <a:r>
              <a:rPr sz="1400" dirty="0"/>
              <a:t>for</a:t>
            </a:r>
            <a:r>
              <a:rPr sz="1400" spc="-20" dirty="0"/>
              <a:t> </a:t>
            </a:r>
            <a:r>
              <a:rPr sz="1400" dirty="0"/>
              <a:t>any</a:t>
            </a:r>
            <a:r>
              <a:rPr sz="1400" spc="-35" dirty="0"/>
              <a:t> </a:t>
            </a:r>
            <a:r>
              <a:rPr sz="1400" dirty="0"/>
              <a:t>other</a:t>
            </a:r>
            <a:r>
              <a:rPr sz="1400" spc="-20" dirty="0"/>
              <a:t> </a:t>
            </a:r>
            <a:r>
              <a:rPr sz="1400" spc="-10" dirty="0"/>
              <a:t>purpose)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640</Words>
  <Application>Microsoft Office PowerPoint</Application>
  <PresentationFormat>On-screen Show (16:9)</PresentationFormat>
  <Paragraphs>84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Assignment (Part 2):</vt:lpstr>
      <vt:lpstr>PowerPoint Presentation</vt:lpstr>
      <vt:lpstr>Detailed steps not provided – Try it on your own!</vt:lpstr>
      <vt:lpstr>Troubleshooting</vt:lpstr>
      <vt:lpstr>Clean-up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Networking in AWS</dc:title>
  <dc:creator>Chetan</dc:creator>
  <cp:lastModifiedBy>loksaieta223@gmail.com</cp:lastModifiedBy>
  <cp:revision>1</cp:revision>
  <dcterms:created xsi:type="dcterms:W3CDTF">2025-08-17T02:05:29Z</dcterms:created>
  <dcterms:modified xsi:type="dcterms:W3CDTF">2025-08-17T02:18:21Z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2023-12-27T00:00:00Z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2025-08-17T00:00:00Z</vt:filetime>
  </property>
  <property fmtid="{D5CDD505-2E9C-101B-9397-08002B2CF9AE}" pid="5" name="Producer">
    <vt:lpwstr>3-Heights(TM) PDF Security Shell 4.8.25.2 (http://www.pdf-tools.com)</vt:lpwstr>
  </property>
</Properties>
</file>