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3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A37C-B4C4-A764-10AA-859176CF9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8F6D0-B3D5-EB32-5B68-A00291816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0A847-D902-FAB4-58A3-553DE10A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EC9F2-4755-B17A-5390-67B52979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59E6C-9199-ACF2-ED1E-B8D7811C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7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D23E-6A95-AD08-7436-B24FA38F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B4C6-17AA-91C8-E5A6-F9221E0F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06B4-4782-6EE8-DD34-3F54DDE9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FD346-CF88-4B31-DFBE-C1A256D2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335E7-62A4-C828-3051-CF6709D2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35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52C1-E607-8B7D-7790-7961493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65D8D-9D32-ADC6-DE14-EEBCF3AA1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9870-73C5-B39B-CFFF-B425E997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D8D91-D936-F918-6066-9DF0E746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B701-8EFD-B20D-2618-1AA6FCEF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4C94-9483-3635-A6B5-27603210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9762-0CE7-A0D0-CF04-DDE666623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A857A-D0E0-10E9-0CC7-6763BFC75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9C060-41EE-4B4C-E084-7CC67DA1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480D6-8418-303D-0B16-C0A2DEFC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52DA0-9286-10AD-33A2-7AD0258F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7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2268-F81D-03D4-C6DF-26B8EC5A5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D9138-34C6-45A7-7ABD-301508F19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4A7E9-0391-E749-2155-59CD4D622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8D034-F8A3-E0FA-9DB6-1BBB40A82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1E884-2195-A2A3-6313-90FEFBCFF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B9F72-79DD-B04B-A79A-6D0661D6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814BF9-2D4C-72B1-0BF9-676007C8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A07807-31F0-30B4-D694-11C5BED47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59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799E6-0AE3-5304-3DAB-1F0E29EB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B0F5C-548F-FAD0-88CC-2DBF25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7267D-D77C-33AE-621A-DA7D5653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13516-31FD-9CCF-7623-BAE2AB99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52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2B48B-4461-369B-C484-BDD16BB9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1B18D-149A-B90A-07B1-C4956167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7D3C0-2152-4810-D772-A9FB246B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85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3F10-C7F4-9465-BA44-3C893A77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1C32A-631E-8974-B10E-A3AB7A84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34279-62F8-6743-812A-FDD7F778E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3E9B3-661E-F6EF-84C5-5D58AEAB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10D2E-566B-A7E1-080F-C46DFA51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3819-2E1F-BBA0-636F-BAF98353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84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A246-EED7-E47A-6656-B5A71F3E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E9A13-CBD2-B4F3-343D-5244DB0BF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BC54F-0D55-0CEE-D590-3CB9441D9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CC833-0354-7D08-E0F0-E7CF507C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DA31C-202D-30C4-0C09-127B35D8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A52DB-2F34-5DE2-F748-DD4E48FB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95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17A0-F4DD-37ED-5343-046F1BBA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11038-2F82-2090-F536-1956A67A6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35B46-22A1-3721-9FDD-07A1CEA9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DB4C8-A7F2-E1EF-8722-9721D25F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835C6-ADCD-C522-C27B-832C5F90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31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A6B12-667D-1AC6-2D4C-0C5BFE30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8462C-980A-D66C-ACF0-273177A72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30D7D-295C-52E7-1082-912000F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442F9-CDA2-796A-3142-EEE88C25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B543A-8D11-D7C0-65CD-1FFE3392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6096" y="1669948"/>
            <a:ext cx="4603750" cy="925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486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FA8E8-F81B-4EAC-CFD0-A7CA2062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0B6D-FF01-9F82-825C-CB8829577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F99BF-6AA5-3F1D-E3BA-5895064F4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768A3-D6E5-E542-C570-CCB9AF1BF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3A0AC-E727-7D68-2ED0-692CA516E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86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publicip/corp.ph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dirty="0">
                <a:solidFill>
                  <a:srgbClr val="FFAB40"/>
                </a:solidFill>
              </a:rPr>
              <a:t>Assignment</a:t>
            </a:r>
            <a:r>
              <a:rPr spc="-110" dirty="0">
                <a:solidFill>
                  <a:srgbClr val="FFAB40"/>
                </a:solidFill>
              </a:rPr>
              <a:t> </a:t>
            </a:r>
            <a:r>
              <a:rPr dirty="0">
                <a:solidFill>
                  <a:srgbClr val="FFAB40"/>
                </a:solidFill>
              </a:rPr>
              <a:t>(Part</a:t>
            </a:r>
            <a:r>
              <a:rPr spc="-100" dirty="0">
                <a:solidFill>
                  <a:srgbClr val="FFAB40"/>
                </a:solidFill>
              </a:rPr>
              <a:t> </a:t>
            </a:r>
            <a:r>
              <a:rPr spc="-25" dirty="0">
                <a:solidFill>
                  <a:srgbClr val="FFAB40"/>
                </a:solidFill>
              </a:rPr>
              <a:t>1):</a:t>
            </a:r>
          </a:p>
          <a:p>
            <a:pPr marL="18415">
              <a:lnSpc>
                <a:spcPct val="100000"/>
              </a:lnSpc>
              <a:spcBef>
                <a:spcPts val="180"/>
              </a:spcBef>
            </a:pPr>
            <a:r>
              <a:rPr dirty="0"/>
              <a:t>Deploy</a:t>
            </a:r>
            <a:r>
              <a:rPr spc="-50" dirty="0"/>
              <a:t> </a:t>
            </a:r>
            <a:r>
              <a:rPr spc="-10" dirty="0"/>
              <a:t>2-</a:t>
            </a:r>
            <a:r>
              <a:rPr dirty="0"/>
              <a:t>tier</a:t>
            </a:r>
            <a:r>
              <a:rPr spc="-65" dirty="0"/>
              <a:t> </a:t>
            </a:r>
            <a:r>
              <a:rPr dirty="0"/>
              <a:t>web</a:t>
            </a:r>
            <a:r>
              <a:rPr spc="-65" dirty="0"/>
              <a:t> </a:t>
            </a:r>
            <a:r>
              <a:rPr spc="-10" dirty="0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353" y="2705811"/>
            <a:ext cx="2765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Using</a:t>
            </a:r>
            <a:r>
              <a:rPr sz="1600" i="1" spc="-35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EC2</a:t>
            </a:r>
            <a:r>
              <a:rPr sz="1600" i="1" spc="-10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and</a:t>
            </a:r>
            <a:r>
              <a:rPr sz="1600" i="1" spc="-15" dirty="0">
                <a:solidFill>
                  <a:srgbClr val="EE8500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EE8500"/>
                </a:solidFill>
                <a:latin typeface="Arial"/>
                <a:cs typeface="Arial"/>
              </a:rPr>
              <a:t>RDS</a:t>
            </a:r>
            <a:r>
              <a:rPr sz="1600" i="1" spc="-10" dirty="0">
                <a:solidFill>
                  <a:srgbClr val="EE8500"/>
                </a:solidFill>
                <a:latin typeface="Arial"/>
                <a:cs typeface="Arial"/>
              </a:rPr>
              <a:t> database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2739" y="3596640"/>
            <a:ext cx="1551940" cy="838200"/>
          </a:xfrm>
          <a:custGeom>
            <a:avLst/>
            <a:gdLst/>
            <a:ahLst/>
            <a:cxnLst/>
            <a:rect l="l" t="t" r="r" b="b"/>
            <a:pathLst>
              <a:path w="1551939" h="838200">
                <a:moveTo>
                  <a:pt x="1551432" y="0"/>
                </a:moveTo>
                <a:lnTo>
                  <a:pt x="0" y="0"/>
                </a:lnTo>
                <a:lnTo>
                  <a:pt x="0" y="838200"/>
                </a:lnTo>
                <a:lnTo>
                  <a:pt x="1551432" y="838200"/>
                </a:lnTo>
                <a:lnTo>
                  <a:pt x="1551432" y="0"/>
                </a:lnTo>
                <a:close/>
              </a:path>
            </a:pathLst>
          </a:custGeom>
          <a:solidFill>
            <a:srgbClr val="007BBB">
              <a:alpha val="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70935" y="3615944"/>
            <a:ext cx="6788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Private</a:t>
            </a:r>
            <a:r>
              <a:rPr sz="800" spc="-15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subnet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3451" y="617042"/>
            <a:ext cx="10877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High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level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8948" y="976630"/>
            <a:ext cx="279971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VPC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wizard,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VPC,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 </a:t>
            </a:r>
            <a:r>
              <a:rPr sz="1100" dirty="0">
                <a:latin typeface="Arial"/>
                <a:cs typeface="Arial"/>
              </a:rPr>
              <a:t>internet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gateway,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Private </a:t>
            </a:r>
            <a:r>
              <a:rPr sz="1100" dirty="0">
                <a:latin typeface="Arial"/>
                <a:cs typeface="Arial"/>
              </a:rPr>
              <a:t>subnets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corresponding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route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tables.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5370" y="2339086"/>
            <a:ext cx="22764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Create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MySQL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RDS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dirty="0">
                <a:latin typeface="Arial"/>
                <a:cs typeface="Arial"/>
              </a:rPr>
              <a:t>Private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subnet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5370" y="2921889"/>
            <a:ext cx="284988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Install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configure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web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application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connect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RDS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database. </a:t>
            </a:r>
            <a:r>
              <a:rPr sz="1100" i="1" dirty="0">
                <a:latin typeface="Arial"/>
                <a:cs typeface="Arial"/>
              </a:rPr>
              <a:t>[sample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code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provided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github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repo]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5408" y="3746093"/>
            <a:ext cx="27933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Access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application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25" dirty="0">
                <a:latin typeface="Arial"/>
                <a:cs typeface="Arial"/>
              </a:rPr>
              <a:t> IP. </a:t>
            </a:r>
            <a:r>
              <a:rPr sz="1100" dirty="0">
                <a:latin typeface="Arial"/>
                <a:cs typeface="Arial"/>
              </a:rPr>
              <a:t>Add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application screen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verify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backend </a:t>
            </a:r>
            <a:r>
              <a:rPr sz="1100" dirty="0">
                <a:latin typeface="Arial"/>
                <a:cs typeface="Arial"/>
              </a:rPr>
              <a:t>MySQL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database.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7871" y="1713102"/>
            <a:ext cx="234505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Launch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Public </a:t>
            </a:r>
            <a:r>
              <a:rPr sz="1100" dirty="0">
                <a:latin typeface="Arial"/>
                <a:cs typeface="Arial"/>
              </a:rPr>
              <a:t>subnet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connect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over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SSH.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8803" y="2651760"/>
            <a:ext cx="1550035" cy="871855"/>
          </a:xfrm>
          <a:custGeom>
            <a:avLst/>
            <a:gdLst/>
            <a:ahLst/>
            <a:cxnLst/>
            <a:rect l="l" t="t" r="r" b="b"/>
            <a:pathLst>
              <a:path w="1550035" h="871854">
                <a:moveTo>
                  <a:pt x="1549908" y="0"/>
                </a:moveTo>
                <a:lnTo>
                  <a:pt x="0" y="0"/>
                </a:lnTo>
                <a:lnTo>
                  <a:pt x="0" y="871727"/>
                </a:lnTo>
                <a:lnTo>
                  <a:pt x="1549908" y="871727"/>
                </a:lnTo>
                <a:lnTo>
                  <a:pt x="1549908" y="0"/>
                </a:lnTo>
                <a:close/>
              </a:path>
            </a:pathLst>
          </a:custGeom>
          <a:solidFill>
            <a:srgbClr val="1D8800">
              <a:alpha val="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39722" y="2671318"/>
            <a:ext cx="6369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96A7"/>
                </a:solidFill>
                <a:latin typeface="Arial"/>
                <a:cs typeface="Arial"/>
              </a:rPr>
              <a:t>Public</a:t>
            </a:r>
            <a:r>
              <a:rPr sz="800" spc="-30" dirty="0">
                <a:solidFill>
                  <a:srgbClr val="0096A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096A7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194" y="1234611"/>
            <a:ext cx="327317" cy="2892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059938" y="1332991"/>
            <a:ext cx="3708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Arial"/>
                <a:cs typeface="Arial"/>
              </a:rPr>
              <a:t>Internet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5652" y="2362200"/>
            <a:ext cx="1714500" cy="2161540"/>
          </a:xfrm>
          <a:custGeom>
            <a:avLst/>
            <a:gdLst/>
            <a:ahLst/>
            <a:cxnLst/>
            <a:rect l="l" t="t" r="r" b="b"/>
            <a:pathLst>
              <a:path w="1714500" h="2161540">
                <a:moveTo>
                  <a:pt x="0" y="2161032"/>
                </a:moveTo>
                <a:lnTo>
                  <a:pt x="1714500" y="2161032"/>
                </a:lnTo>
                <a:lnTo>
                  <a:pt x="1714500" y="0"/>
                </a:lnTo>
                <a:lnTo>
                  <a:pt x="0" y="0"/>
                </a:lnTo>
                <a:lnTo>
                  <a:pt x="0" y="2161032"/>
                </a:lnTo>
                <a:close/>
              </a:path>
            </a:pathLst>
          </a:custGeom>
          <a:ln w="12700">
            <a:solidFill>
              <a:srgbClr val="78909C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99742" y="2415032"/>
            <a:ext cx="76644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Availability</a:t>
            </a:r>
            <a:r>
              <a:rPr sz="800" spc="-5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Zone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34211" y="2008632"/>
            <a:ext cx="3718560" cy="2687320"/>
          </a:xfrm>
          <a:custGeom>
            <a:avLst/>
            <a:gdLst/>
            <a:ahLst/>
            <a:cxnLst/>
            <a:rect l="l" t="t" r="r" b="b"/>
            <a:pathLst>
              <a:path w="3718560" h="2687320">
                <a:moveTo>
                  <a:pt x="0" y="2686812"/>
                </a:moveTo>
                <a:lnTo>
                  <a:pt x="3718560" y="2686812"/>
                </a:lnTo>
                <a:lnTo>
                  <a:pt x="3718560" y="0"/>
                </a:lnTo>
                <a:lnTo>
                  <a:pt x="0" y="0"/>
                </a:lnTo>
                <a:lnTo>
                  <a:pt x="0" y="2686812"/>
                </a:lnTo>
                <a:close/>
              </a:path>
            </a:pathLst>
          </a:custGeom>
          <a:ln w="12700">
            <a:solidFill>
              <a:srgbClr val="009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64666" y="2062352"/>
            <a:ext cx="23685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0096A7"/>
                </a:solidFill>
                <a:latin typeface="Arial"/>
                <a:cs typeface="Arial"/>
              </a:rPr>
              <a:t>VPC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6318" y="1679194"/>
            <a:ext cx="4058920" cy="3115945"/>
            <a:chOff x="766318" y="1679194"/>
            <a:chExt cx="4058920" cy="311594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7583" y="2010779"/>
              <a:ext cx="166534" cy="1814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6665" y="1690352"/>
              <a:ext cx="197485" cy="237490"/>
            </a:xfrm>
            <a:custGeom>
              <a:avLst/>
              <a:gdLst/>
              <a:ahLst/>
              <a:cxnLst/>
              <a:rect l="l" t="t" r="r" b="b"/>
              <a:pathLst>
                <a:path w="197484" h="237489">
                  <a:moveTo>
                    <a:pt x="197484" y="0"/>
                  </a:moveTo>
                  <a:lnTo>
                    <a:pt x="0" y="0"/>
                  </a:lnTo>
                  <a:lnTo>
                    <a:pt x="0" y="237476"/>
                  </a:lnTo>
                  <a:lnTo>
                    <a:pt x="197484" y="237477"/>
                  </a:lnTo>
                  <a:lnTo>
                    <a:pt x="197484" y="0"/>
                  </a:lnTo>
                  <a:close/>
                </a:path>
              </a:pathLst>
            </a:custGeom>
            <a:solidFill>
              <a:srgbClr val="137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19548" y="1724614"/>
              <a:ext cx="111760" cy="169545"/>
            </a:xfrm>
            <a:custGeom>
              <a:avLst/>
              <a:gdLst/>
              <a:ahLst/>
              <a:cxnLst/>
              <a:rect l="l" t="t" r="r" b="b"/>
              <a:pathLst>
                <a:path w="111759" h="169544">
                  <a:moveTo>
                    <a:pt x="33345" y="162504"/>
                  </a:moveTo>
                  <a:lnTo>
                    <a:pt x="0" y="162504"/>
                  </a:lnTo>
                  <a:lnTo>
                    <a:pt x="0" y="169289"/>
                  </a:lnTo>
                  <a:lnTo>
                    <a:pt x="33345" y="169289"/>
                  </a:lnTo>
                  <a:lnTo>
                    <a:pt x="33345" y="162504"/>
                  </a:lnTo>
                  <a:close/>
                </a:path>
                <a:path w="111759" h="169544">
                  <a:moveTo>
                    <a:pt x="20724" y="0"/>
                  </a:moveTo>
                  <a:lnTo>
                    <a:pt x="12115" y="853"/>
                  </a:lnTo>
                  <a:lnTo>
                    <a:pt x="8908" y="4709"/>
                  </a:lnTo>
                  <a:lnTo>
                    <a:pt x="8786" y="6485"/>
                  </a:lnTo>
                  <a:lnTo>
                    <a:pt x="8692" y="7859"/>
                  </a:lnTo>
                  <a:lnTo>
                    <a:pt x="8579" y="13813"/>
                  </a:lnTo>
                  <a:lnTo>
                    <a:pt x="10860" y="17567"/>
                  </a:lnTo>
                  <a:lnTo>
                    <a:pt x="14217" y="18862"/>
                  </a:lnTo>
                  <a:lnTo>
                    <a:pt x="14217" y="162504"/>
                  </a:lnTo>
                  <a:lnTo>
                    <a:pt x="19464" y="162504"/>
                  </a:lnTo>
                  <a:lnTo>
                    <a:pt x="19464" y="90173"/>
                  </a:lnTo>
                  <a:lnTo>
                    <a:pt x="111718" y="90173"/>
                  </a:lnTo>
                  <a:lnTo>
                    <a:pt x="107155" y="83388"/>
                  </a:lnTo>
                  <a:lnTo>
                    <a:pt x="19464" y="83388"/>
                  </a:lnTo>
                  <a:lnTo>
                    <a:pt x="19464" y="34468"/>
                  </a:lnTo>
                  <a:lnTo>
                    <a:pt x="107165" y="34468"/>
                  </a:lnTo>
                  <a:lnTo>
                    <a:pt x="111718" y="27683"/>
                  </a:lnTo>
                  <a:lnTo>
                    <a:pt x="19464" y="27682"/>
                  </a:lnTo>
                  <a:lnTo>
                    <a:pt x="19464" y="18862"/>
                  </a:lnTo>
                  <a:lnTo>
                    <a:pt x="22774" y="17567"/>
                  </a:lnTo>
                  <a:lnTo>
                    <a:pt x="25084" y="13813"/>
                  </a:lnTo>
                  <a:lnTo>
                    <a:pt x="25092" y="12863"/>
                  </a:lnTo>
                  <a:lnTo>
                    <a:pt x="15294" y="12863"/>
                  </a:lnTo>
                  <a:lnTo>
                    <a:pt x="14081" y="11466"/>
                  </a:lnTo>
                  <a:lnTo>
                    <a:pt x="14081" y="7859"/>
                  </a:lnTo>
                  <a:lnTo>
                    <a:pt x="15223" y="6485"/>
                  </a:lnTo>
                  <a:lnTo>
                    <a:pt x="24895" y="6485"/>
                  </a:lnTo>
                  <a:lnTo>
                    <a:pt x="24774" y="4709"/>
                  </a:lnTo>
                  <a:lnTo>
                    <a:pt x="24731" y="4082"/>
                  </a:lnTo>
                  <a:lnTo>
                    <a:pt x="20724" y="0"/>
                  </a:lnTo>
                  <a:close/>
                </a:path>
                <a:path w="111759" h="169544">
                  <a:moveTo>
                    <a:pt x="107165" y="34468"/>
                  </a:moveTo>
                  <a:lnTo>
                    <a:pt x="99869" y="34468"/>
                  </a:lnTo>
                  <a:lnTo>
                    <a:pt x="83449" y="58962"/>
                  </a:lnTo>
                  <a:lnTo>
                    <a:pt x="99869" y="83388"/>
                  </a:lnTo>
                  <a:lnTo>
                    <a:pt x="107155" y="83388"/>
                  </a:lnTo>
                  <a:lnTo>
                    <a:pt x="90728" y="58962"/>
                  </a:lnTo>
                  <a:lnTo>
                    <a:pt x="107165" y="34468"/>
                  </a:lnTo>
                  <a:close/>
                </a:path>
                <a:path w="111759" h="169544">
                  <a:moveTo>
                    <a:pt x="24895" y="6485"/>
                  </a:moveTo>
                  <a:lnTo>
                    <a:pt x="18174" y="6485"/>
                  </a:lnTo>
                  <a:lnTo>
                    <a:pt x="19320" y="7859"/>
                  </a:lnTo>
                  <a:lnTo>
                    <a:pt x="19276" y="11466"/>
                  </a:lnTo>
                  <a:lnTo>
                    <a:pt x="18160" y="12863"/>
                  </a:lnTo>
                  <a:lnTo>
                    <a:pt x="25092" y="12863"/>
                  </a:lnTo>
                  <a:lnTo>
                    <a:pt x="24990" y="7859"/>
                  </a:lnTo>
                  <a:lnTo>
                    <a:pt x="24895" y="6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664" y="2655610"/>
              <a:ext cx="157691" cy="19027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72668" y="1685544"/>
              <a:ext cx="4046220" cy="3103245"/>
            </a:xfrm>
            <a:custGeom>
              <a:avLst/>
              <a:gdLst/>
              <a:ahLst/>
              <a:cxnLst/>
              <a:rect l="l" t="t" r="r" b="b"/>
              <a:pathLst>
                <a:path w="4046220" h="3103245">
                  <a:moveTo>
                    <a:pt x="0" y="3102863"/>
                  </a:moveTo>
                  <a:lnTo>
                    <a:pt x="4046220" y="3102863"/>
                  </a:lnTo>
                  <a:lnTo>
                    <a:pt x="4046220" y="0"/>
                  </a:lnTo>
                  <a:lnTo>
                    <a:pt x="0" y="0"/>
                  </a:lnTo>
                  <a:lnTo>
                    <a:pt x="0" y="3102863"/>
                  </a:lnTo>
                  <a:close/>
                </a:path>
              </a:pathLst>
            </a:custGeom>
            <a:ln w="12700">
              <a:solidFill>
                <a:srgbClr val="78909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03782" y="1739011"/>
            <a:ext cx="34798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Region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92708" y="1863846"/>
            <a:ext cx="1936750" cy="2571115"/>
            <a:chOff x="1092708" y="1863846"/>
            <a:chExt cx="1936750" cy="2571115"/>
          </a:xfrm>
        </p:grpSpPr>
        <p:sp>
          <p:nvSpPr>
            <p:cNvPr id="26" name="object 26"/>
            <p:cNvSpPr/>
            <p:nvPr/>
          </p:nvSpPr>
          <p:spPr>
            <a:xfrm>
              <a:off x="2705083" y="1863846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>
                  <a:moveTo>
                    <a:pt x="161984" y="0"/>
                  </a:moveTo>
                  <a:lnTo>
                    <a:pt x="118922" y="5791"/>
                  </a:lnTo>
                  <a:lnTo>
                    <a:pt x="80228" y="22135"/>
                  </a:lnTo>
                  <a:lnTo>
                    <a:pt x="47444" y="47485"/>
                  </a:lnTo>
                  <a:lnTo>
                    <a:pt x="22115" y="80297"/>
                  </a:lnTo>
                  <a:lnTo>
                    <a:pt x="5786" y="119025"/>
                  </a:lnTo>
                  <a:lnTo>
                    <a:pt x="0" y="162123"/>
                  </a:lnTo>
                  <a:lnTo>
                    <a:pt x="5786" y="205221"/>
                  </a:lnTo>
                  <a:lnTo>
                    <a:pt x="22115" y="243949"/>
                  </a:lnTo>
                  <a:lnTo>
                    <a:pt x="47444" y="276761"/>
                  </a:lnTo>
                  <a:lnTo>
                    <a:pt x="80228" y="302112"/>
                  </a:lnTo>
                  <a:lnTo>
                    <a:pt x="118923" y="318456"/>
                  </a:lnTo>
                  <a:lnTo>
                    <a:pt x="161984" y="324247"/>
                  </a:lnTo>
                  <a:lnTo>
                    <a:pt x="204820" y="318456"/>
                  </a:lnTo>
                  <a:lnTo>
                    <a:pt x="204963" y="318456"/>
                  </a:lnTo>
                  <a:lnTo>
                    <a:pt x="223898" y="310450"/>
                  </a:lnTo>
                  <a:lnTo>
                    <a:pt x="161984" y="310450"/>
                  </a:lnTo>
                  <a:lnTo>
                    <a:pt x="115141" y="302888"/>
                  </a:lnTo>
                  <a:lnTo>
                    <a:pt x="74459" y="281831"/>
                  </a:lnTo>
                  <a:lnTo>
                    <a:pt x="42379" y="249723"/>
                  </a:lnTo>
                  <a:lnTo>
                    <a:pt x="21341" y="209006"/>
                  </a:lnTo>
                  <a:lnTo>
                    <a:pt x="13786" y="162123"/>
                  </a:lnTo>
                  <a:lnTo>
                    <a:pt x="21337" y="115261"/>
                  </a:lnTo>
                  <a:lnTo>
                    <a:pt x="42360" y="74560"/>
                  </a:lnTo>
                  <a:lnTo>
                    <a:pt x="74417" y="42458"/>
                  </a:lnTo>
                  <a:lnTo>
                    <a:pt x="115079" y="21391"/>
                  </a:lnTo>
                  <a:lnTo>
                    <a:pt x="114943" y="21391"/>
                  </a:lnTo>
                  <a:lnTo>
                    <a:pt x="161984" y="13797"/>
                  </a:lnTo>
                  <a:lnTo>
                    <a:pt x="224003" y="13797"/>
                  </a:lnTo>
                  <a:lnTo>
                    <a:pt x="205047" y="5791"/>
                  </a:lnTo>
                  <a:lnTo>
                    <a:pt x="161984" y="0"/>
                  </a:lnTo>
                  <a:close/>
                </a:path>
                <a:path w="324485" h="324485">
                  <a:moveTo>
                    <a:pt x="224003" y="13797"/>
                  </a:moveTo>
                  <a:lnTo>
                    <a:pt x="161984" y="13797"/>
                  </a:lnTo>
                  <a:lnTo>
                    <a:pt x="208808" y="21391"/>
                  </a:lnTo>
                  <a:lnTo>
                    <a:pt x="249475" y="42458"/>
                  </a:lnTo>
                  <a:lnTo>
                    <a:pt x="281549" y="74560"/>
                  </a:lnTo>
                  <a:lnTo>
                    <a:pt x="302597" y="115261"/>
                  </a:lnTo>
                  <a:lnTo>
                    <a:pt x="310184" y="162124"/>
                  </a:lnTo>
                  <a:lnTo>
                    <a:pt x="302628" y="209006"/>
                  </a:lnTo>
                  <a:lnTo>
                    <a:pt x="281590" y="249723"/>
                  </a:lnTo>
                  <a:lnTo>
                    <a:pt x="249509" y="281831"/>
                  </a:lnTo>
                  <a:lnTo>
                    <a:pt x="208827" y="302888"/>
                  </a:lnTo>
                  <a:lnTo>
                    <a:pt x="161984" y="310450"/>
                  </a:lnTo>
                  <a:lnTo>
                    <a:pt x="223898" y="310450"/>
                  </a:lnTo>
                  <a:lnTo>
                    <a:pt x="276435" y="276761"/>
                  </a:lnTo>
                  <a:lnTo>
                    <a:pt x="301791" y="243949"/>
                  </a:lnTo>
                  <a:lnTo>
                    <a:pt x="318149" y="205222"/>
                  </a:lnTo>
                  <a:lnTo>
                    <a:pt x="323970" y="162124"/>
                  </a:lnTo>
                  <a:lnTo>
                    <a:pt x="318184" y="119025"/>
                  </a:lnTo>
                  <a:lnTo>
                    <a:pt x="301855" y="80298"/>
                  </a:lnTo>
                  <a:lnTo>
                    <a:pt x="276526" y="47486"/>
                  </a:lnTo>
                  <a:lnTo>
                    <a:pt x="243743" y="22135"/>
                  </a:lnTo>
                  <a:lnTo>
                    <a:pt x="224003" y="13797"/>
                  </a:lnTo>
                  <a:close/>
                </a:path>
              </a:pathLst>
            </a:custGeom>
            <a:solidFill>
              <a:srgbClr val="693B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2628" y="1932007"/>
              <a:ext cx="168879" cy="1913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92708" y="3596639"/>
              <a:ext cx="1550035" cy="838200"/>
            </a:xfrm>
            <a:custGeom>
              <a:avLst/>
              <a:gdLst/>
              <a:ahLst/>
              <a:cxnLst/>
              <a:rect l="l" t="t" r="r" b="b"/>
              <a:pathLst>
                <a:path w="1550035" h="838200">
                  <a:moveTo>
                    <a:pt x="1549908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549908" y="838200"/>
                  </a:lnTo>
                  <a:lnTo>
                    <a:pt x="1549908" y="0"/>
                  </a:lnTo>
                  <a:close/>
                </a:path>
              </a:pathLst>
            </a:custGeom>
            <a:solidFill>
              <a:srgbClr val="007BBB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867403" y="2059050"/>
            <a:ext cx="7264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10.10.0.0/16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9633" y="3615944"/>
            <a:ext cx="6781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Private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78909C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91238" y="2651760"/>
            <a:ext cx="3291840" cy="1101725"/>
            <a:chOff x="1091238" y="2651760"/>
            <a:chExt cx="3291840" cy="1101725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1238" y="3596752"/>
              <a:ext cx="153270" cy="1563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659420" y="2797822"/>
              <a:ext cx="379730" cy="378460"/>
            </a:xfrm>
            <a:custGeom>
              <a:avLst/>
              <a:gdLst/>
              <a:ahLst/>
              <a:cxnLst/>
              <a:rect l="l" t="t" r="r" b="b"/>
              <a:pathLst>
                <a:path w="379730" h="378460">
                  <a:moveTo>
                    <a:pt x="379564" y="82397"/>
                  </a:moveTo>
                  <a:lnTo>
                    <a:pt x="342480" y="82397"/>
                  </a:lnTo>
                  <a:lnTo>
                    <a:pt x="342480" y="52743"/>
                  </a:lnTo>
                  <a:lnTo>
                    <a:pt x="342480" y="36982"/>
                  </a:lnTo>
                  <a:lnTo>
                    <a:pt x="326669" y="36982"/>
                  </a:lnTo>
                  <a:lnTo>
                    <a:pt x="326669" y="52743"/>
                  </a:lnTo>
                  <a:lnTo>
                    <a:pt x="326669" y="325704"/>
                  </a:lnTo>
                  <a:lnTo>
                    <a:pt x="52908" y="325704"/>
                  </a:lnTo>
                  <a:lnTo>
                    <a:pt x="52908" y="52743"/>
                  </a:lnTo>
                  <a:lnTo>
                    <a:pt x="326669" y="52743"/>
                  </a:lnTo>
                  <a:lnTo>
                    <a:pt x="326669" y="36982"/>
                  </a:lnTo>
                  <a:lnTo>
                    <a:pt x="295109" y="36982"/>
                  </a:lnTo>
                  <a:lnTo>
                    <a:pt x="295109" y="0"/>
                  </a:lnTo>
                  <a:lnTo>
                    <a:pt x="279298" y="0"/>
                  </a:lnTo>
                  <a:lnTo>
                    <a:pt x="279298" y="36982"/>
                  </a:lnTo>
                  <a:lnTo>
                    <a:pt x="245452" y="36982"/>
                  </a:lnTo>
                  <a:lnTo>
                    <a:pt x="245452" y="0"/>
                  </a:lnTo>
                  <a:lnTo>
                    <a:pt x="229641" y="0"/>
                  </a:lnTo>
                  <a:lnTo>
                    <a:pt x="229641" y="36982"/>
                  </a:lnTo>
                  <a:lnTo>
                    <a:pt x="195795" y="36982"/>
                  </a:lnTo>
                  <a:lnTo>
                    <a:pt x="195795" y="0"/>
                  </a:lnTo>
                  <a:lnTo>
                    <a:pt x="179984" y="0"/>
                  </a:lnTo>
                  <a:lnTo>
                    <a:pt x="179984" y="36982"/>
                  </a:lnTo>
                  <a:lnTo>
                    <a:pt x="146138" y="36982"/>
                  </a:lnTo>
                  <a:lnTo>
                    <a:pt x="146138" y="0"/>
                  </a:lnTo>
                  <a:lnTo>
                    <a:pt x="130314" y="0"/>
                  </a:lnTo>
                  <a:lnTo>
                    <a:pt x="130314" y="36982"/>
                  </a:lnTo>
                  <a:lnTo>
                    <a:pt x="96558" y="36982"/>
                  </a:lnTo>
                  <a:lnTo>
                    <a:pt x="96558" y="0"/>
                  </a:lnTo>
                  <a:lnTo>
                    <a:pt x="80733" y="0"/>
                  </a:lnTo>
                  <a:lnTo>
                    <a:pt x="80733" y="36982"/>
                  </a:lnTo>
                  <a:lnTo>
                    <a:pt x="37096" y="36982"/>
                  </a:lnTo>
                  <a:lnTo>
                    <a:pt x="37096" y="82397"/>
                  </a:lnTo>
                  <a:lnTo>
                    <a:pt x="0" y="82397"/>
                  </a:lnTo>
                  <a:lnTo>
                    <a:pt x="0" y="98158"/>
                  </a:lnTo>
                  <a:lnTo>
                    <a:pt x="37096" y="98158"/>
                  </a:lnTo>
                  <a:lnTo>
                    <a:pt x="37096" y="131826"/>
                  </a:lnTo>
                  <a:lnTo>
                    <a:pt x="0" y="131826"/>
                  </a:lnTo>
                  <a:lnTo>
                    <a:pt x="0" y="147599"/>
                  </a:lnTo>
                  <a:lnTo>
                    <a:pt x="37096" y="147599"/>
                  </a:lnTo>
                  <a:lnTo>
                    <a:pt x="37096" y="181343"/>
                  </a:lnTo>
                  <a:lnTo>
                    <a:pt x="0" y="181343"/>
                  </a:lnTo>
                  <a:lnTo>
                    <a:pt x="0" y="197116"/>
                  </a:lnTo>
                  <a:lnTo>
                    <a:pt x="37096" y="197116"/>
                  </a:lnTo>
                  <a:lnTo>
                    <a:pt x="37096" y="230860"/>
                  </a:lnTo>
                  <a:lnTo>
                    <a:pt x="0" y="230860"/>
                  </a:lnTo>
                  <a:lnTo>
                    <a:pt x="0" y="246621"/>
                  </a:lnTo>
                  <a:lnTo>
                    <a:pt x="37096" y="246621"/>
                  </a:lnTo>
                  <a:lnTo>
                    <a:pt x="37096" y="280289"/>
                  </a:lnTo>
                  <a:lnTo>
                    <a:pt x="0" y="280289"/>
                  </a:lnTo>
                  <a:lnTo>
                    <a:pt x="0" y="296062"/>
                  </a:lnTo>
                  <a:lnTo>
                    <a:pt x="37096" y="296062"/>
                  </a:lnTo>
                  <a:lnTo>
                    <a:pt x="37096" y="341477"/>
                  </a:lnTo>
                  <a:lnTo>
                    <a:pt x="80733" y="341477"/>
                  </a:lnTo>
                  <a:lnTo>
                    <a:pt x="80733" y="378460"/>
                  </a:lnTo>
                  <a:lnTo>
                    <a:pt x="96558" y="378460"/>
                  </a:lnTo>
                  <a:lnTo>
                    <a:pt x="96558" y="341477"/>
                  </a:lnTo>
                  <a:lnTo>
                    <a:pt x="130314" y="341477"/>
                  </a:lnTo>
                  <a:lnTo>
                    <a:pt x="130314" y="378460"/>
                  </a:lnTo>
                  <a:lnTo>
                    <a:pt x="146138" y="378460"/>
                  </a:lnTo>
                  <a:lnTo>
                    <a:pt x="146138" y="341477"/>
                  </a:lnTo>
                  <a:lnTo>
                    <a:pt x="179984" y="341477"/>
                  </a:lnTo>
                  <a:lnTo>
                    <a:pt x="179984" y="378460"/>
                  </a:lnTo>
                  <a:lnTo>
                    <a:pt x="195795" y="378460"/>
                  </a:lnTo>
                  <a:lnTo>
                    <a:pt x="195795" y="341477"/>
                  </a:lnTo>
                  <a:lnTo>
                    <a:pt x="229641" y="341477"/>
                  </a:lnTo>
                  <a:lnTo>
                    <a:pt x="229641" y="378460"/>
                  </a:lnTo>
                  <a:lnTo>
                    <a:pt x="245452" y="378460"/>
                  </a:lnTo>
                  <a:lnTo>
                    <a:pt x="245452" y="341477"/>
                  </a:lnTo>
                  <a:lnTo>
                    <a:pt x="279298" y="341477"/>
                  </a:lnTo>
                  <a:lnTo>
                    <a:pt x="279298" y="378460"/>
                  </a:lnTo>
                  <a:lnTo>
                    <a:pt x="295109" y="378460"/>
                  </a:lnTo>
                  <a:lnTo>
                    <a:pt x="295109" y="341477"/>
                  </a:lnTo>
                  <a:lnTo>
                    <a:pt x="342480" y="341477"/>
                  </a:lnTo>
                  <a:lnTo>
                    <a:pt x="342480" y="325704"/>
                  </a:lnTo>
                  <a:lnTo>
                    <a:pt x="342480" y="296062"/>
                  </a:lnTo>
                  <a:lnTo>
                    <a:pt x="379564" y="296062"/>
                  </a:lnTo>
                  <a:lnTo>
                    <a:pt x="379564" y="280289"/>
                  </a:lnTo>
                  <a:lnTo>
                    <a:pt x="342480" y="280289"/>
                  </a:lnTo>
                  <a:lnTo>
                    <a:pt x="342480" y="246621"/>
                  </a:lnTo>
                  <a:lnTo>
                    <a:pt x="379564" y="246621"/>
                  </a:lnTo>
                  <a:lnTo>
                    <a:pt x="379564" y="230860"/>
                  </a:lnTo>
                  <a:lnTo>
                    <a:pt x="342480" y="230860"/>
                  </a:lnTo>
                  <a:lnTo>
                    <a:pt x="342480" y="197116"/>
                  </a:lnTo>
                  <a:lnTo>
                    <a:pt x="379564" y="197116"/>
                  </a:lnTo>
                  <a:lnTo>
                    <a:pt x="379564" y="181343"/>
                  </a:lnTo>
                  <a:lnTo>
                    <a:pt x="342480" y="181343"/>
                  </a:lnTo>
                  <a:lnTo>
                    <a:pt x="342480" y="147599"/>
                  </a:lnTo>
                  <a:lnTo>
                    <a:pt x="379564" y="147599"/>
                  </a:lnTo>
                  <a:lnTo>
                    <a:pt x="379564" y="131826"/>
                  </a:lnTo>
                  <a:lnTo>
                    <a:pt x="342480" y="131826"/>
                  </a:lnTo>
                  <a:lnTo>
                    <a:pt x="342480" y="98158"/>
                  </a:lnTo>
                  <a:lnTo>
                    <a:pt x="379564" y="98158"/>
                  </a:lnTo>
                  <a:lnTo>
                    <a:pt x="379564" y="82397"/>
                  </a:lnTo>
                  <a:close/>
                </a:path>
              </a:pathLst>
            </a:custGeom>
            <a:solidFill>
              <a:srgbClr val="D766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12363" y="2651760"/>
              <a:ext cx="1470660" cy="855344"/>
            </a:xfrm>
            <a:custGeom>
              <a:avLst/>
              <a:gdLst/>
              <a:ahLst/>
              <a:cxnLst/>
              <a:rect l="l" t="t" r="r" b="b"/>
              <a:pathLst>
                <a:path w="1470660" h="855345">
                  <a:moveTo>
                    <a:pt x="1470660" y="0"/>
                  </a:moveTo>
                  <a:lnTo>
                    <a:pt x="0" y="0"/>
                  </a:lnTo>
                  <a:lnTo>
                    <a:pt x="0" y="854963"/>
                  </a:lnTo>
                  <a:lnTo>
                    <a:pt x="1470660" y="854963"/>
                  </a:lnTo>
                  <a:lnTo>
                    <a:pt x="1470660" y="0"/>
                  </a:lnTo>
                  <a:close/>
                </a:path>
              </a:pathLst>
            </a:custGeom>
            <a:solidFill>
              <a:srgbClr val="1D8800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153536" y="2670810"/>
            <a:ext cx="6369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96A7"/>
                </a:solidFill>
                <a:latin typeface="Arial"/>
                <a:cs typeface="Arial"/>
              </a:rPr>
              <a:t>Public</a:t>
            </a:r>
            <a:r>
              <a:rPr sz="800" spc="-30" dirty="0">
                <a:solidFill>
                  <a:srgbClr val="0096A7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096A7"/>
                </a:solidFill>
                <a:latin typeface="Arial"/>
                <a:cs typeface="Arial"/>
              </a:rPr>
              <a:t>subnet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08988" y="1153667"/>
            <a:ext cx="1252220" cy="1715135"/>
            <a:chOff x="1808988" y="1153667"/>
            <a:chExt cx="1252220" cy="1715135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3364" y="2676973"/>
              <a:ext cx="157692" cy="19175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08988" y="1153667"/>
              <a:ext cx="1094740" cy="1630045"/>
            </a:xfrm>
            <a:custGeom>
              <a:avLst/>
              <a:gdLst/>
              <a:ahLst/>
              <a:cxnLst/>
              <a:rect l="l" t="t" r="r" b="b"/>
              <a:pathLst>
                <a:path w="1094739" h="1630045">
                  <a:moveTo>
                    <a:pt x="44450" y="1502537"/>
                  </a:moveTo>
                  <a:lnTo>
                    <a:pt x="31750" y="1502537"/>
                  </a:lnTo>
                  <a:lnTo>
                    <a:pt x="31750" y="1540637"/>
                  </a:lnTo>
                  <a:lnTo>
                    <a:pt x="44450" y="1540637"/>
                  </a:lnTo>
                  <a:lnTo>
                    <a:pt x="44450" y="1502537"/>
                  </a:lnTo>
                  <a:close/>
                </a:path>
                <a:path w="1094739" h="1630045">
                  <a:moveTo>
                    <a:pt x="44450" y="1451737"/>
                  </a:moveTo>
                  <a:lnTo>
                    <a:pt x="31750" y="1451737"/>
                  </a:lnTo>
                  <a:lnTo>
                    <a:pt x="31750" y="1489837"/>
                  </a:lnTo>
                  <a:lnTo>
                    <a:pt x="44450" y="1489837"/>
                  </a:lnTo>
                  <a:lnTo>
                    <a:pt x="44450" y="1451737"/>
                  </a:lnTo>
                  <a:close/>
                </a:path>
                <a:path w="1094739" h="1630045">
                  <a:moveTo>
                    <a:pt x="44450" y="1400937"/>
                  </a:moveTo>
                  <a:lnTo>
                    <a:pt x="31750" y="1400937"/>
                  </a:lnTo>
                  <a:lnTo>
                    <a:pt x="31750" y="1439037"/>
                  </a:lnTo>
                  <a:lnTo>
                    <a:pt x="44450" y="1439037"/>
                  </a:lnTo>
                  <a:lnTo>
                    <a:pt x="44450" y="1400937"/>
                  </a:lnTo>
                  <a:close/>
                </a:path>
                <a:path w="1094739" h="1630045">
                  <a:moveTo>
                    <a:pt x="44450" y="1350137"/>
                  </a:moveTo>
                  <a:lnTo>
                    <a:pt x="31750" y="1350137"/>
                  </a:lnTo>
                  <a:lnTo>
                    <a:pt x="31750" y="1388237"/>
                  </a:lnTo>
                  <a:lnTo>
                    <a:pt x="44450" y="1388237"/>
                  </a:lnTo>
                  <a:lnTo>
                    <a:pt x="44450" y="1350137"/>
                  </a:lnTo>
                  <a:close/>
                </a:path>
                <a:path w="1094739" h="1630045">
                  <a:moveTo>
                    <a:pt x="76200" y="1553845"/>
                  </a:moveTo>
                  <a:lnTo>
                    <a:pt x="44450" y="1553845"/>
                  </a:lnTo>
                  <a:lnTo>
                    <a:pt x="44450" y="1553337"/>
                  </a:lnTo>
                  <a:lnTo>
                    <a:pt x="31750" y="1553337"/>
                  </a:lnTo>
                  <a:lnTo>
                    <a:pt x="31750" y="1553845"/>
                  </a:lnTo>
                  <a:lnTo>
                    <a:pt x="0" y="1553845"/>
                  </a:lnTo>
                  <a:lnTo>
                    <a:pt x="38100" y="1630045"/>
                  </a:lnTo>
                  <a:lnTo>
                    <a:pt x="69850" y="1566545"/>
                  </a:lnTo>
                  <a:lnTo>
                    <a:pt x="76200" y="1553845"/>
                  </a:lnTo>
                  <a:close/>
                </a:path>
                <a:path w="1094739" h="1630045">
                  <a:moveTo>
                    <a:pt x="77343" y="1332230"/>
                  </a:moveTo>
                  <a:lnTo>
                    <a:pt x="39243" y="1332230"/>
                  </a:lnTo>
                  <a:lnTo>
                    <a:pt x="39243" y="1344930"/>
                  </a:lnTo>
                  <a:lnTo>
                    <a:pt x="77343" y="1344930"/>
                  </a:lnTo>
                  <a:lnTo>
                    <a:pt x="77343" y="1332230"/>
                  </a:lnTo>
                  <a:close/>
                </a:path>
                <a:path w="1094739" h="1630045">
                  <a:moveTo>
                    <a:pt x="128143" y="1332230"/>
                  </a:moveTo>
                  <a:lnTo>
                    <a:pt x="90043" y="1332230"/>
                  </a:lnTo>
                  <a:lnTo>
                    <a:pt x="90043" y="1344930"/>
                  </a:lnTo>
                  <a:lnTo>
                    <a:pt x="128143" y="1344930"/>
                  </a:lnTo>
                  <a:lnTo>
                    <a:pt x="128143" y="1332230"/>
                  </a:lnTo>
                  <a:close/>
                </a:path>
                <a:path w="1094739" h="1630045">
                  <a:moveTo>
                    <a:pt x="178943" y="1332230"/>
                  </a:moveTo>
                  <a:lnTo>
                    <a:pt x="140843" y="1332230"/>
                  </a:lnTo>
                  <a:lnTo>
                    <a:pt x="140843" y="1344930"/>
                  </a:lnTo>
                  <a:lnTo>
                    <a:pt x="178943" y="1344930"/>
                  </a:lnTo>
                  <a:lnTo>
                    <a:pt x="178943" y="1332230"/>
                  </a:lnTo>
                  <a:close/>
                </a:path>
                <a:path w="1094739" h="1630045">
                  <a:moveTo>
                    <a:pt x="229743" y="1332230"/>
                  </a:moveTo>
                  <a:lnTo>
                    <a:pt x="191643" y="1332230"/>
                  </a:lnTo>
                  <a:lnTo>
                    <a:pt x="191643" y="1344930"/>
                  </a:lnTo>
                  <a:lnTo>
                    <a:pt x="229743" y="1344930"/>
                  </a:lnTo>
                  <a:lnTo>
                    <a:pt x="229743" y="1332230"/>
                  </a:lnTo>
                  <a:close/>
                </a:path>
                <a:path w="1094739" h="1630045">
                  <a:moveTo>
                    <a:pt x="280543" y="1332230"/>
                  </a:moveTo>
                  <a:lnTo>
                    <a:pt x="242443" y="1332230"/>
                  </a:lnTo>
                  <a:lnTo>
                    <a:pt x="242443" y="1344930"/>
                  </a:lnTo>
                  <a:lnTo>
                    <a:pt x="280543" y="1344930"/>
                  </a:lnTo>
                  <a:lnTo>
                    <a:pt x="280543" y="1332230"/>
                  </a:lnTo>
                  <a:close/>
                </a:path>
                <a:path w="1094739" h="1630045">
                  <a:moveTo>
                    <a:pt x="331343" y="1332230"/>
                  </a:moveTo>
                  <a:lnTo>
                    <a:pt x="293243" y="1332230"/>
                  </a:lnTo>
                  <a:lnTo>
                    <a:pt x="293243" y="1344930"/>
                  </a:lnTo>
                  <a:lnTo>
                    <a:pt x="331343" y="1344930"/>
                  </a:lnTo>
                  <a:lnTo>
                    <a:pt x="331343" y="1332230"/>
                  </a:lnTo>
                  <a:close/>
                </a:path>
                <a:path w="1094739" h="1630045">
                  <a:moveTo>
                    <a:pt x="382143" y="1332230"/>
                  </a:moveTo>
                  <a:lnTo>
                    <a:pt x="344043" y="1332230"/>
                  </a:lnTo>
                  <a:lnTo>
                    <a:pt x="344043" y="1344930"/>
                  </a:lnTo>
                  <a:lnTo>
                    <a:pt x="382143" y="1344930"/>
                  </a:lnTo>
                  <a:lnTo>
                    <a:pt x="382143" y="1332230"/>
                  </a:lnTo>
                  <a:close/>
                </a:path>
                <a:path w="1094739" h="1630045">
                  <a:moveTo>
                    <a:pt x="432943" y="1332230"/>
                  </a:moveTo>
                  <a:lnTo>
                    <a:pt x="394843" y="1332230"/>
                  </a:lnTo>
                  <a:lnTo>
                    <a:pt x="394843" y="1344930"/>
                  </a:lnTo>
                  <a:lnTo>
                    <a:pt x="432943" y="1344930"/>
                  </a:lnTo>
                  <a:lnTo>
                    <a:pt x="432943" y="1332230"/>
                  </a:lnTo>
                  <a:close/>
                </a:path>
                <a:path w="1094739" h="1630045">
                  <a:moveTo>
                    <a:pt x="483743" y="1332230"/>
                  </a:moveTo>
                  <a:lnTo>
                    <a:pt x="445643" y="1332230"/>
                  </a:lnTo>
                  <a:lnTo>
                    <a:pt x="445643" y="1344930"/>
                  </a:lnTo>
                  <a:lnTo>
                    <a:pt x="483743" y="1344930"/>
                  </a:lnTo>
                  <a:lnTo>
                    <a:pt x="483743" y="1332230"/>
                  </a:lnTo>
                  <a:close/>
                </a:path>
                <a:path w="1094739" h="1630045">
                  <a:moveTo>
                    <a:pt x="534543" y="1332230"/>
                  </a:moveTo>
                  <a:lnTo>
                    <a:pt x="496443" y="1332230"/>
                  </a:lnTo>
                  <a:lnTo>
                    <a:pt x="496443" y="1344930"/>
                  </a:lnTo>
                  <a:lnTo>
                    <a:pt x="534543" y="1344930"/>
                  </a:lnTo>
                  <a:lnTo>
                    <a:pt x="534543" y="1332230"/>
                  </a:lnTo>
                  <a:close/>
                </a:path>
                <a:path w="1094739" h="1630045">
                  <a:moveTo>
                    <a:pt x="585343" y="1332230"/>
                  </a:moveTo>
                  <a:lnTo>
                    <a:pt x="547243" y="1332230"/>
                  </a:lnTo>
                  <a:lnTo>
                    <a:pt x="547243" y="1344930"/>
                  </a:lnTo>
                  <a:lnTo>
                    <a:pt x="585343" y="1344930"/>
                  </a:lnTo>
                  <a:lnTo>
                    <a:pt x="585343" y="1332230"/>
                  </a:lnTo>
                  <a:close/>
                </a:path>
                <a:path w="1094739" h="1630045">
                  <a:moveTo>
                    <a:pt x="636143" y="1332230"/>
                  </a:moveTo>
                  <a:lnTo>
                    <a:pt x="598043" y="1332230"/>
                  </a:lnTo>
                  <a:lnTo>
                    <a:pt x="598043" y="1344930"/>
                  </a:lnTo>
                  <a:lnTo>
                    <a:pt x="636143" y="1344930"/>
                  </a:lnTo>
                  <a:lnTo>
                    <a:pt x="636143" y="1332230"/>
                  </a:lnTo>
                  <a:close/>
                </a:path>
                <a:path w="1094739" h="1630045">
                  <a:moveTo>
                    <a:pt x="686943" y="1332230"/>
                  </a:moveTo>
                  <a:lnTo>
                    <a:pt x="648843" y="1332230"/>
                  </a:lnTo>
                  <a:lnTo>
                    <a:pt x="648843" y="1344930"/>
                  </a:lnTo>
                  <a:lnTo>
                    <a:pt x="686943" y="1344930"/>
                  </a:lnTo>
                  <a:lnTo>
                    <a:pt x="686943" y="1332230"/>
                  </a:lnTo>
                  <a:close/>
                </a:path>
                <a:path w="1094739" h="1630045">
                  <a:moveTo>
                    <a:pt x="737743" y="1332230"/>
                  </a:moveTo>
                  <a:lnTo>
                    <a:pt x="699643" y="1332230"/>
                  </a:lnTo>
                  <a:lnTo>
                    <a:pt x="699643" y="1344930"/>
                  </a:lnTo>
                  <a:lnTo>
                    <a:pt x="737743" y="1344930"/>
                  </a:lnTo>
                  <a:lnTo>
                    <a:pt x="737743" y="1332230"/>
                  </a:lnTo>
                  <a:close/>
                </a:path>
                <a:path w="1094739" h="1630045">
                  <a:moveTo>
                    <a:pt x="788543" y="1332230"/>
                  </a:moveTo>
                  <a:lnTo>
                    <a:pt x="750443" y="1332230"/>
                  </a:lnTo>
                  <a:lnTo>
                    <a:pt x="750443" y="1344930"/>
                  </a:lnTo>
                  <a:lnTo>
                    <a:pt x="788543" y="1344930"/>
                  </a:lnTo>
                  <a:lnTo>
                    <a:pt x="788543" y="1332230"/>
                  </a:lnTo>
                  <a:close/>
                </a:path>
                <a:path w="1094739" h="1630045">
                  <a:moveTo>
                    <a:pt x="839343" y="1332230"/>
                  </a:moveTo>
                  <a:lnTo>
                    <a:pt x="801243" y="1332230"/>
                  </a:lnTo>
                  <a:lnTo>
                    <a:pt x="801243" y="1344930"/>
                  </a:lnTo>
                  <a:lnTo>
                    <a:pt x="839343" y="1344930"/>
                  </a:lnTo>
                  <a:lnTo>
                    <a:pt x="839343" y="1332230"/>
                  </a:lnTo>
                  <a:close/>
                </a:path>
                <a:path w="1094739" h="1630045">
                  <a:moveTo>
                    <a:pt x="890143" y="1332230"/>
                  </a:moveTo>
                  <a:lnTo>
                    <a:pt x="852043" y="1332230"/>
                  </a:lnTo>
                  <a:lnTo>
                    <a:pt x="852043" y="1344930"/>
                  </a:lnTo>
                  <a:lnTo>
                    <a:pt x="890143" y="1344930"/>
                  </a:lnTo>
                  <a:lnTo>
                    <a:pt x="890143" y="1332230"/>
                  </a:lnTo>
                  <a:close/>
                </a:path>
                <a:path w="1094739" h="1630045">
                  <a:moveTo>
                    <a:pt x="940943" y="1332230"/>
                  </a:moveTo>
                  <a:lnTo>
                    <a:pt x="902843" y="1332230"/>
                  </a:lnTo>
                  <a:lnTo>
                    <a:pt x="902843" y="1344930"/>
                  </a:lnTo>
                  <a:lnTo>
                    <a:pt x="940943" y="1344930"/>
                  </a:lnTo>
                  <a:lnTo>
                    <a:pt x="940943" y="1332230"/>
                  </a:lnTo>
                  <a:close/>
                </a:path>
                <a:path w="1094739" h="1630045">
                  <a:moveTo>
                    <a:pt x="991743" y="1332230"/>
                  </a:moveTo>
                  <a:lnTo>
                    <a:pt x="953643" y="1332230"/>
                  </a:lnTo>
                  <a:lnTo>
                    <a:pt x="953643" y="1344930"/>
                  </a:lnTo>
                  <a:lnTo>
                    <a:pt x="991743" y="1344930"/>
                  </a:lnTo>
                  <a:lnTo>
                    <a:pt x="991743" y="1332230"/>
                  </a:lnTo>
                  <a:close/>
                </a:path>
                <a:path w="1094739" h="1630045">
                  <a:moveTo>
                    <a:pt x="1042543" y="1332230"/>
                  </a:moveTo>
                  <a:lnTo>
                    <a:pt x="1004443" y="1332230"/>
                  </a:lnTo>
                  <a:lnTo>
                    <a:pt x="1004443" y="1344930"/>
                  </a:lnTo>
                  <a:lnTo>
                    <a:pt x="1042543" y="1344930"/>
                  </a:lnTo>
                  <a:lnTo>
                    <a:pt x="1042543" y="1332230"/>
                  </a:lnTo>
                  <a:close/>
                </a:path>
                <a:path w="1094739" h="1630045">
                  <a:moveTo>
                    <a:pt x="1057910" y="304800"/>
                  </a:moveTo>
                  <a:lnTo>
                    <a:pt x="1045210" y="304800"/>
                  </a:lnTo>
                  <a:lnTo>
                    <a:pt x="1045210" y="342900"/>
                  </a:lnTo>
                  <a:lnTo>
                    <a:pt x="1057910" y="342900"/>
                  </a:lnTo>
                  <a:lnTo>
                    <a:pt x="1057910" y="304800"/>
                  </a:lnTo>
                  <a:close/>
                </a:path>
                <a:path w="1094739" h="1630045">
                  <a:moveTo>
                    <a:pt x="1057910" y="254000"/>
                  </a:moveTo>
                  <a:lnTo>
                    <a:pt x="1045210" y="254000"/>
                  </a:lnTo>
                  <a:lnTo>
                    <a:pt x="1045210" y="292100"/>
                  </a:lnTo>
                  <a:lnTo>
                    <a:pt x="1057910" y="292100"/>
                  </a:lnTo>
                  <a:lnTo>
                    <a:pt x="1057910" y="254000"/>
                  </a:lnTo>
                  <a:close/>
                </a:path>
                <a:path w="1094739" h="1630045">
                  <a:moveTo>
                    <a:pt x="1057910" y="203200"/>
                  </a:moveTo>
                  <a:lnTo>
                    <a:pt x="1045210" y="203200"/>
                  </a:lnTo>
                  <a:lnTo>
                    <a:pt x="1045210" y="241300"/>
                  </a:lnTo>
                  <a:lnTo>
                    <a:pt x="1057910" y="241300"/>
                  </a:lnTo>
                  <a:lnTo>
                    <a:pt x="1057910" y="203200"/>
                  </a:lnTo>
                  <a:close/>
                </a:path>
                <a:path w="1094739" h="1630045">
                  <a:moveTo>
                    <a:pt x="1057910" y="152400"/>
                  </a:moveTo>
                  <a:lnTo>
                    <a:pt x="1045210" y="152400"/>
                  </a:lnTo>
                  <a:lnTo>
                    <a:pt x="1045210" y="190500"/>
                  </a:lnTo>
                  <a:lnTo>
                    <a:pt x="1057910" y="190500"/>
                  </a:lnTo>
                  <a:lnTo>
                    <a:pt x="1057910" y="152400"/>
                  </a:lnTo>
                  <a:close/>
                </a:path>
                <a:path w="1094739" h="1630045">
                  <a:moveTo>
                    <a:pt x="1057910" y="101600"/>
                  </a:moveTo>
                  <a:lnTo>
                    <a:pt x="1045210" y="101600"/>
                  </a:lnTo>
                  <a:lnTo>
                    <a:pt x="1045210" y="139700"/>
                  </a:lnTo>
                  <a:lnTo>
                    <a:pt x="1057910" y="139700"/>
                  </a:lnTo>
                  <a:lnTo>
                    <a:pt x="1057910" y="101600"/>
                  </a:lnTo>
                  <a:close/>
                </a:path>
                <a:path w="1094739" h="1630045">
                  <a:moveTo>
                    <a:pt x="1057910" y="50800"/>
                  </a:moveTo>
                  <a:lnTo>
                    <a:pt x="1045210" y="50800"/>
                  </a:lnTo>
                  <a:lnTo>
                    <a:pt x="1045210" y="88900"/>
                  </a:lnTo>
                  <a:lnTo>
                    <a:pt x="1057910" y="88900"/>
                  </a:lnTo>
                  <a:lnTo>
                    <a:pt x="1057910" y="50800"/>
                  </a:lnTo>
                  <a:close/>
                </a:path>
                <a:path w="1094739" h="1630045">
                  <a:moveTo>
                    <a:pt x="1057910" y="0"/>
                  </a:moveTo>
                  <a:lnTo>
                    <a:pt x="1045210" y="0"/>
                  </a:lnTo>
                  <a:lnTo>
                    <a:pt x="1045210" y="38100"/>
                  </a:lnTo>
                  <a:lnTo>
                    <a:pt x="1057910" y="38100"/>
                  </a:lnTo>
                  <a:lnTo>
                    <a:pt x="1057910" y="0"/>
                  </a:lnTo>
                  <a:close/>
                </a:path>
                <a:path w="1094739" h="1630045">
                  <a:moveTo>
                    <a:pt x="1062101" y="1300988"/>
                  </a:moveTo>
                  <a:lnTo>
                    <a:pt x="1049401" y="1300988"/>
                  </a:lnTo>
                  <a:lnTo>
                    <a:pt x="1049401" y="1338580"/>
                  </a:lnTo>
                  <a:lnTo>
                    <a:pt x="1055243" y="1332738"/>
                  </a:lnTo>
                  <a:lnTo>
                    <a:pt x="1055243" y="1344930"/>
                  </a:lnTo>
                  <a:lnTo>
                    <a:pt x="1059307" y="1344930"/>
                  </a:lnTo>
                  <a:lnTo>
                    <a:pt x="1062101" y="1342009"/>
                  </a:lnTo>
                  <a:lnTo>
                    <a:pt x="1062101" y="1332230"/>
                  </a:lnTo>
                  <a:lnTo>
                    <a:pt x="1062101" y="1300988"/>
                  </a:lnTo>
                  <a:close/>
                </a:path>
                <a:path w="1094739" h="1630045">
                  <a:moveTo>
                    <a:pt x="1062101" y="1250188"/>
                  </a:moveTo>
                  <a:lnTo>
                    <a:pt x="1049401" y="1250188"/>
                  </a:lnTo>
                  <a:lnTo>
                    <a:pt x="1049401" y="1288288"/>
                  </a:lnTo>
                  <a:lnTo>
                    <a:pt x="1062101" y="1288288"/>
                  </a:lnTo>
                  <a:lnTo>
                    <a:pt x="1062101" y="1250188"/>
                  </a:lnTo>
                  <a:close/>
                </a:path>
                <a:path w="1094739" h="1630045">
                  <a:moveTo>
                    <a:pt x="1062101" y="1199388"/>
                  </a:moveTo>
                  <a:lnTo>
                    <a:pt x="1049401" y="1199388"/>
                  </a:lnTo>
                  <a:lnTo>
                    <a:pt x="1049401" y="1237488"/>
                  </a:lnTo>
                  <a:lnTo>
                    <a:pt x="1062101" y="1237488"/>
                  </a:lnTo>
                  <a:lnTo>
                    <a:pt x="1062101" y="1199388"/>
                  </a:lnTo>
                  <a:close/>
                </a:path>
                <a:path w="1094739" h="1630045">
                  <a:moveTo>
                    <a:pt x="1062101" y="1148588"/>
                  </a:moveTo>
                  <a:lnTo>
                    <a:pt x="1049401" y="1148588"/>
                  </a:lnTo>
                  <a:lnTo>
                    <a:pt x="1049401" y="1186688"/>
                  </a:lnTo>
                  <a:lnTo>
                    <a:pt x="1062101" y="1186688"/>
                  </a:lnTo>
                  <a:lnTo>
                    <a:pt x="1062101" y="1148588"/>
                  </a:lnTo>
                  <a:close/>
                </a:path>
                <a:path w="1094739" h="1630045">
                  <a:moveTo>
                    <a:pt x="1062101" y="1097788"/>
                  </a:moveTo>
                  <a:lnTo>
                    <a:pt x="1049401" y="1097788"/>
                  </a:lnTo>
                  <a:lnTo>
                    <a:pt x="1049401" y="1135888"/>
                  </a:lnTo>
                  <a:lnTo>
                    <a:pt x="1062101" y="1135888"/>
                  </a:lnTo>
                  <a:lnTo>
                    <a:pt x="1062101" y="1097788"/>
                  </a:lnTo>
                  <a:close/>
                </a:path>
                <a:path w="1094739" h="1630045">
                  <a:moveTo>
                    <a:pt x="1062101" y="1046988"/>
                  </a:moveTo>
                  <a:lnTo>
                    <a:pt x="1049401" y="1046988"/>
                  </a:lnTo>
                  <a:lnTo>
                    <a:pt x="1049401" y="1085088"/>
                  </a:lnTo>
                  <a:lnTo>
                    <a:pt x="1062101" y="1085088"/>
                  </a:lnTo>
                  <a:lnTo>
                    <a:pt x="1062101" y="1046988"/>
                  </a:lnTo>
                  <a:close/>
                </a:path>
                <a:path w="1094739" h="1630045">
                  <a:moveTo>
                    <a:pt x="1062736" y="553974"/>
                  </a:moveTo>
                  <a:lnTo>
                    <a:pt x="1050036" y="553974"/>
                  </a:lnTo>
                  <a:lnTo>
                    <a:pt x="1050036" y="592074"/>
                  </a:lnTo>
                  <a:lnTo>
                    <a:pt x="1062736" y="592074"/>
                  </a:lnTo>
                  <a:lnTo>
                    <a:pt x="1062736" y="553974"/>
                  </a:lnTo>
                  <a:close/>
                </a:path>
                <a:path w="1094739" h="1630045">
                  <a:moveTo>
                    <a:pt x="1062736" y="503174"/>
                  </a:moveTo>
                  <a:lnTo>
                    <a:pt x="1050036" y="503174"/>
                  </a:lnTo>
                  <a:lnTo>
                    <a:pt x="1050036" y="541274"/>
                  </a:lnTo>
                  <a:lnTo>
                    <a:pt x="1062736" y="541274"/>
                  </a:lnTo>
                  <a:lnTo>
                    <a:pt x="1062736" y="503174"/>
                  </a:lnTo>
                  <a:close/>
                </a:path>
                <a:path w="1094739" h="1630045">
                  <a:moveTo>
                    <a:pt x="1062736" y="452374"/>
                  </a:moveTo>
                  <a:lnTo>
                    <a:pt x="1050036" y="452374"/>
                  </a:lnTo>
                  <a:lnTo>
                    <a:pt x="1050036" y="490474"/>
                  </a:lnTo>
                  <a:lnTo>
                    <a:pt x="1062736" y="490474"/>
                  </a:lnTo>
                  <a:lnTo>
                    <a:pt x="1062736" y="452374"/>
                  </a:lnTo>
                  <a:close/>
                </a:path>
                <a:path w="1094739" h="1630045">
                  <a:moveTo>
                    <a:pt x="1062736" y="401574"/>
                  </a:moveTo>
                  <a:lnTo>
                    <a:pt x="1050036" y="401574"/>
                  </a:lnTo>
                  <a:lnTo>
                    <a:pt x="1050036" y="439674"/>
                  </a:lnTo>
                  <a:lnTo>
                    <a:pt x="1062736" y="439674"/>
                  </a:lnTo>
                  <a:lnTo>
                    <a:pt x="1062736" y="401574"/>
                  </a:lnTo>
                  <a:close/>
                </a:path>
                <a:path w="1094739" h="1630045">
                  <a:moveTo>
                    <a:pt x="1062736" y="350774"/>
                  </a:moveTo>
                  <a:lnTo>
                    <a:pt x="1050036" y="350774"/>
                  </a:lnTo>
                  <a:lnTo>
                    <a:pt x="1050036" y="388874"/>
                  </a:lnTo>
                  <a:lnTo>
                    <a:pt x="1062736" y="388874"/>
                  </a:lnTo>
                  <a:lnTo>
                    <a:pt x="1062736" y="350774"/>
                  </a:lnTo>
                  <a:close/>
                </a:path>
                <a:path w="1094739" h="1630045">
                  <a:moveTo>
                    <a:pt x="1094486" y="618490"/>
                  </a:moveTo>
                  <a:lnTo>
                    <a:pt x="1062736" y="618490"/>
                  </a:lnTo>
                  <a:lnTo>
                    <a:pt x="1062736" y="604774"/>
                  </a:lnTo>
                  <a:lnTo>
                    <a:pt x="1050036" y="604774"/>
                  </a:lnTo>
                  <a:lnTo>
                    <a:pt x="1050036" y="618490"/>
                  </a:lnTo>
                  <a:lnTo>
                    <a:pt x="1018286" y="618490"/>
                  </a:lnTo>
                  <a:lnTo>
                    <a:pt x="1056386" y="694702"/>
                  </a:lnTo>
                  <a:lnTo>
                    <a:pt x="1088136" y="631190"/>
                  </a:lnTo>
                  <a:lnTo>
                    <a:pt x="1094486" y="6184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27252" y="3108553"/>
            <a:ext cx="1035685" cy="3886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570"/>
              </a:spcBef>
            </a:pPr>
            <a:r>
              <a:rPr sz="800" b="1" dirty="0">
                <a:latin typeface="Arial"/>
                <a:cs typeface="Arial"/>
              </a:rPr>
              <a:t>Web</a:t>
            </a:r>
            <a:r>
              <a:rPr sz="800" b="1" spc="-1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Server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800" spc="-10" dirty="0">
                <a:latin typeface="Arial"/>
                <a:cs typeface="Arial"/>
              </a:rPr>
              <a:t>10.10.0.0/24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71391" y="3319398"/>
            <a:ext cx="5924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86713" y="4301744"/>
            <a:ext cx="6489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10.10.11.0/24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71391" y="4268215"/>
            <a:ext cx="6489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10.10.12.0/24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28862" y="885603"/>
            <a:ext cx="1661160" cy="363220"/>
            <a:chOff x="1028862" y="885603"/>
            <a:chExt cx="1661160" cy="363220"/>
          </a:xfrm>
        </p:grpSpPr>
        <p:sp>
          <p:nvSpPr>
            <p:cNvPr id="44" name="object 44"/>
            <p:cNvSpPr/>
            <p:nvPr/>
          </p:nvSpPr>
          <p:spPr>
            <a:xfrm>
              <a:off x="1028862" y="885603"/>
              <a:ext cx="362585" cy="363220"/>
            </a:xfrm>
            <a:custGeom>
              <a:avLst/>
              <a:gdLst/>
              <a:ahLst/>
              <a:cxnLst/>
              <a:rect l="l" t="t" r="r" b="b"/>
              <a:pathLst>
                <a:path w="362584" h="363219">
                  <a:moveTo>
                    <a:pt x="362443" y="0"/>
                  </a:moveTo>
                  <a:lnTo>
                    <a:pt x="0" y="0"/>
                  </a:lnTo>
                  <a:lnTo>
                    <a:pt x="0" y="362757"/>
                  </a:lnTo>
                  <a:lnTo>
                    <a:pt x="362443" y="362757"/>
                  </a:lnTo>
                  <a:lnTo>
                    <a:pt x="362443" y="0"/>
                  </a:lnTo>
                  <a:close/>
                </a:path>
              </a:pathLst>
            </a:custGeom>
            <a:solidFill>
              <a:srgbClr val="8B4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83227" y="939947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45928" y="2539"/>
                  </a:moveTo>
                  <a:lnTo>
                    <a:pt x="43236" y="2539"/>
                  </a:lnTo>
                  <a:lnTo>
                    <a:pt x="41994" y="3809"/>
                  </a:lnTo>
                  <a:lnTo>
                    <a:pt x="41197" y="5079"/>
                  </a:lnTo>
                  <a:lnTo>
                    <a:pt x="32617" y="16509"/>
                  </a:lnTo>
                  <a:lnTo>
                    <a:pt x="20354" y="30479"/>
                  </a:lnTo>
                  <a:lnTo>
                    <a:pt x="9312" y="44449"/>
                  </a:lnTo>
                  <a:lnTo>
                    <a:pt x="3624" y="52069"/>
                  </a:lnTo>
                  <a:lnTo>
                    <a:pt x="3503" y="54609"/>
                  </a:lnTo>
                  <a:lnTo>
                    <a:pt x="4096" y="55879"/>
                  </a:lnTo>
                  <a:lnTo>
                    <a:pt x="5028" y="57149"/>
                  </a:lnTo>
                  <a:lnTo>
                    <a:pt x="8053" y="59689"/>
                  </a:lnTo>
                  <a:lnTo>
                    <a:pt x="14520" y="67309"/>
                  </a:lnTo>
                  <a:lnTo>
                    <a:pt x="20951" y="80009"/>
                  </a:lnTo>
                  <a:lnTo>
                    <a:pt x="23868" y="96519"/>
                  </a:lnTo>
                  <a:lnTo>
                    <a:pt x="23026" y="104139"/>
                  </a:lnTo>
                  <a:lnTo>
                    <a:pt x="20754" y="111759"/>
                  </a:lnTo>
                  <a:lnTo>
                    <a:pt x="17433" y="119379"/>
                  </a:lnTo>
                  <a:lnTo>
                    <a:pt x="13444" y="125729"/>
                  </a:lnTo>
                  <a:lnTo>
                    <a:pt x="8683" y="134619"/>
                  </a:lnTo>
                  <a:lnTo>
                    <a:pt x="4357" y="143509"/>
                  </a:lnTo>
                  <a:lnTo>
                    <a:pt x="1214" y="154939"/>
                  </a:lnTo>
                  <a:lnTo>
                    <a:pt x="0" y="167639"/>
                  </a:lnTo>
                  <a:lnTo>
                    <a:pt x="4527" y="189229"/>
                  </a:lnTo>
                  <a:lnTo>
                    <a:pt x="17604" y="205739"/>
                  </a:lnTo>
                  <a:lnTo>
                    <a:pt x="38474" y="219709"/>
                  </a:lnTo>
                  <a:lnTo>
                    <a:pt x="66383" y="228599"/>
                  </a:lnTo>
                  <a:lnTo>
                    <a:pt x="88566" y="234949"/>
                  </a:lnTo>
                  <a:lnTo>
                    <a:pt x="106877" y="242569"/>
                  </a:lnTo>
                  <a:lnTo>
                    <a:pt x="119370" y="250190"/>
                  </a:lnTo>
                  <a:lnTo>
                    <a:pt x="124095" y="254000"/>
                  </a:lnTo>
                  <a:lnTo>
                    <a:pt x="129615" y="254000"/>
                  </a:lnTo>
                  <a:lnTo>
                    <a:pt x="134332" y="250190"/>
                  </a:lnTo>
                  <a:lnTo>
                    <a:pt x="142647" y="245110"/>
                  </a:lnTo>
                  <a:lnTo>
                    <a:pt x="126855" y="245110"/>
                  </a:lnTo>
                  <a:lnTo>
                    <a:pt x="118266" y="238760"/>
                  </a:lnTo>
                  <a:lnTo>
                    <a:pt x="104904" y="231139"/>
                  </a:lnTo>
                  <a:lnTo>
                    <a:pt x="87799" y="224789"/>
                  </a:lnTo>
                  <a:lnTo>
                    <a:pt x="35709" y="208279"/>
                  </a:lnTo>
                  <a:lnTo>
                    <a:pt x="18018" y="193039"/>
                  </a:lnTo>
                  <a:lnTo>
                    <a:pt x="10579" y="177799"/>
                  </a:lnTo>
                  <a:lnTo>
                    <a:pt x="9061" y="167639"/>
                  </a:lnTo>
                  <a:lnTo>
                    <a:pt x="10125" y="156209"/>
                  </a:lnTo>
                  <a:lnTo>
                    <a:pt x="12917" y="147319"/>
                  </a:lnTo>
                  <a:lnTo>
                    <a:pt x="16836" y="138429"/>
                  </a:lnTo>
                  <a:lnTo>
                    <a:pt x="25516" y="123189"/>
                  </a:lnTo>
                  <a:lnTo>
                    <a:pt x="29252" y="115569"/>
                  </a:lnTo>
                  <a:lnTo>
                    <a:pt x="31914" y="106679"/>
                  </a:lnTo>
                  <a:lnTo>
                    <a:pt x="32929" y="96519"/>
                  </a:lnTo>
                  <a:lnTo>
                    <a:pt x="30862" y="81279"/>
                  </a:lnTo>
                  <a:lnTo>
                    <a:pt x="25847" y="68579"/>
                  </a:lnTo>
                  <a:lnTo>
                    <a:pt x="19666" y="59689"/>
                  </a:lnTo>
                  <a:lnTo>
                    <a:pt x="14101" y="53339"/>
                  </a:lnTo>
                  <a:lnTo>
                    <a:pt x="20591" y="45719"/>
                  </a:lnTo>
                  <a:lnTo>
                    <a:pt x="29106" y="34289"/>
                  </a:lnTo>
                  <a:lnTo>
                    <a:pt x="37923" y="24129"/>
                  </a:lnTo>
                  <a:lnTo>
                    <a:pt x="45320" y="13969"/>
                  </a:lnTo>
                  <a:lnTo>
                    <a:pt x="58974" y="13969"/>
                  </a:lnTo>
                  <a:lnTo>
                    <a:pt x="57080" y="12699"/>
                  </a:lnTo>
                  <a:lnTo>
                    <a:pt x="48163" y="3809"/>
                  </a:lnTo>
                  <a:lnTo>
                    <a:pt x="47242" y="3809"/>
                  </a:lnTo>
                  <a:lnTo>
                    <a:pt x="45928" y="2539"/>
                  </a:lnTo>
                  <a:close/>
                </a:path>
                <a:path w="254000" h="254000">
                  <a:moveTo>
                    <a:pt x="219182" y="13970"/>
                  </a:moveTo>
                  <a:lnTo>
                    <a:pt x="208393" y="13970"/>
                  </a:lnTo>
                  <a:lnTo>
                    <a:pt x="215788" y="24130"/>
                  </a:lnTo>
                  <a:lnTo>
                    <a:pt x="224603" y="34290"/>
                  </a:lnTo>
                  <a:lnTo>
                    <a:pt x="233117" y="45720"/>
                  </a:lnTo>
                  <a:lnTo>
                    <a:pt x="239609" y="53340"/>
                  </a:lnTo>
                  <a:lnTo>
                    <a:pt x="234041" y="59690"/>
                  </a:lnTo>
                  <a:lnTo>
                    <a:pt x="227860" y="68580"/>
                  </a:lnTo>
                  <a:lnTo>
                    <a:pt x="222844" y="81280"/>
                  </a:lnTo>
                  <a:lnTo>
                    <a:pt x="220777" y="96520"/>
                  </a:lnTo>
                  <a:lnTo>
                    <a:pt x="221792" y="106680"/>
                  </a:lnTo>
                  <a:lnTo>
                    <a:pt x="224456" y="115570"/>
                  </a:lnTo>
                  <a:lnTo>
                    <a:pt x="228193" y="123190"/>
                  </a:lnTo>
                  <a:lnTo>
                    <a:pt x="236873" y="138430"/>
                  </a:lnTo>
                  <a:lnTo>
                    <a:pt x="240792" y="147320"/>
                  </a:lnTo>
                  <a:lnTo>
                    <a:pt x="243585" y="156210"/>
                  </a:lnTo>
                  <a:lnTo>
                    <a:pt x="244649" y="167640"/>
                  </a:lnTo>
                  <a:lnTo>
                    <a:pt x="243131" y="177800"/>
                  </a:lnTo>
                  <a:lnTo>
                    <a:pt x="235691" y="193040"/>
                  </a:lnTo>
                  <a:lnTo>
                    <a:pt x="217999" y="208280"/>
                  </a:lnTo>
                  <a:lnTo>
                    <a:pt x="165907" y="224790"/>
                  </a:lnTo>
                  <a:lnTo>
                    <a:pt x="148802" y="231140"/>
                  </a:lnTo>
                  <a:lnTo>
                    <a:pt x="135441" y="238760"/>
                  </a:lnTo>
                  <a:lnTo>
                    <a:pt x="126855" y="245110"/>
                  </a:lnTo>
                  <a:lnTo>
                    <a:pt x="142647" y="245110"/>
                  </a:lnTo>
                  <a:lnTo>
                    <a:pt x="146804" y="242570"/>
                  </a:lnTo>
                  <a:lnTo>
                    <a:pt x="165110" y="234950"/>
                  </a:lnTo>
                  <a:lnTo>
                    <a:pt x="215235" y="219710"/>
                  </a:lnTo>
                  <a:lnTo>
                    <a:pt x="249183" y="189230"/>
                  </a:lnTo>
                  <a:lnTo>
                    <a:pt x="253710" y="167640"/>
                  </a:lnTo>
                  <a:lnTo>
                    <a:pt x="252617" y="156210"/>
                  </a:lnTo>
                  <a:lnTo>
                    <a:pt x="236276" y="119380"/>
                  </a:lnTo>
                  <a:lnTo>
                    <a:pt x="232954" y="111760"/>
                  </a:lnTo>
                  <a:lnTo>
                    <a:pt x="230680" y="104140"/>
                  </a:lnTo>
                  <a:lnTo>
                    <a:pt x="229838" y="96520"/>
                  </a:lnTo>
                  <a:lnTo>
                    <a:pt x="232755" y="80010"/>
                  </a:lnTo>
                  <a:lnTo>
                    <a:pt x="239186" y="67310"/>
                  </a:lnTo>
                  <a:lnTo>
                    <a:pt x="245651" y="59690"/>
                  </a:lnTo>
                  <a:lnTo>
                    <a:pt x="248670" y="57150"/>
                  </a:lnTo>
                  <a:lnTo>
                    <a:pt x="249606" y="55880"/>
                  </a:lnTo>
                  <a:lnTo>
                    <a:pt x="250203" y="54610"/>
                  </a:lnTo>
                  <a:lnTo>
                    <a:pt x="250448" y="53340"/>
                  </a:lnTo>
                  <a:lnTo>
                    <a:pt x="250086" y="52070"/>
                  </a:lnTo>
                  <a:lnTo>
                    <a:pt x="244394" y="44450"/>
                  </a:lnTo>
                  <a:lnTo>
                    <a:pt x="233351" y="30480"/>
                  </a:lnTo>
                  <a:lnTo>
                    <a:pt x="221089" y="16510"/>
                  </a:lnTo>
                  <a:lnTo>
                    <a:pt x="219182" y="13970"/>
                  </a:lnTo>
                  <a:close/>
                </a:path>
                <a:path w="254000" h="254000">
                  <a:moveTo>
                    <a:pt x="49692" y="39369"/>
                  </a:moveTo>
                  <a:lnTo>
                    <a:pt x="47287" y="40639"/>
                  </a:lnTo>
                  <a:lnTo>
                    <a:pt x="37577" y="52069"/>
                  </a:lnTo>
                  <a:lnTo>
                    <a:pt x="37509" y="53339"/>
                  </a:lnTo>
                  <a:lnTo>
                    <a:pt x="37441" y="54609"/>
                  </a:lnTo>
                  <a:lnTo>
                    <a:pt x="38475" y="55879"/>
                  </a:lnTo>
                  <a:lnTo>
                    <a:pt x="43704" y="66039"/>
                  </a:lnTo>
                  <a:lnTo>
                    <a:pt x="47452" y="76199"/>
                  </a:lnTo>
                  <a:lnTo>
                    <a:pt x="49708" y="86359"/>
                  </a:lnTo>
                  <a:lnTo>
                    <a:pt x="50462" y="96519"/>
                  </a:lnTo>
                  <a:lnTo>
                    <a:pt x="49151" y="109219"/>
                  </a:lnTo>
                  <a:lnTo>
                    <a:pt x="45797" y="120649"/>
                  </a:lnTo>
                  <a:lnTo>
                    <a:pt x="41272" y="130809"/>
                  </a:lnTo>
                  <a:lnTo>
                    <a:pt x="32327" y="147319"/>
                  </a:lnTo>
                  <a:lnTo>
                    <a:pt x="29225" y="153669"/>
                  </a:lnTo>
                  <a:lnTo>
                    <a:pt x="27270" y="160019"/>
                  </a:lnTo>
                  <a:lnTo>
                    <a:pt x="26590" y="167639"/>
                  </a:lnTo>
                  <a:lnTo>
                    <a:pt x="32074" y="182879"/>
                  </a:lnTo>
                  <a:lnTo>
                    <a:pt x="44920" y="193039"/>
                  </a:lnTo>
                  <a:lnTo>
                    <a:pt x="59724" y="199389"/>
                  </a:lnTo>
                  <a:lnTo>
                    <a:pt x="71080" y="201929"/>
                  </a:lnTo>
                  <a:lnTo>
                    <a:pt x="87005" y="205739"/>
                  </a:lnTo>
                  <a:lnTo>
                    <a:pt x="101492" y="210819"/>
                  </a:lnTo>
                  <a:lnTo>
                    <a:pt x="114147" y="217169"/>
                  </a:lnTo>
                  <a:lnTo>
                    <a:pt x="124578" y="222250"/>
                  </a:lnTo>
                  <a:lnTo>
                    <a:pt x="129135" y="222250"/>
                  </a:lnTo>
                  <a:lnTo>
                    <a:pt x="139565" y="217170"/>
                  </a:lnTo>
                  <a:lnTo>
                    <a:pt x="147157" y="213360"/>
                  </a:lnTo>
                  <a:lnTo>
                    <a:pt x="126855" y="213360"/>
                  </a:lnTo>
                  <a:lnTo>
                    <a:pt x="116030" y="207009"/>
                  </a:lnTo>
                  <a:lnTo>
                    <a:pt x="103168" y="201929"/>
                  </a:lnTo>
                  <a:lnTo>
                    <a:pt x="88606" y="196849"/>
                  </a:lnTo>
                  <a:lnTo>
                    <a:pt x="72685" y="193039"/>
                  </a:lnTo>
                  <a:lnTo>
                    <a:pt x="51847" y="186689"/>
                  </a:lnTo>
                  <a:lnTo>
                    <a:pt x="40567" y="179069"/>
                  </a:lnTo>
                  <a:lnTo>
                    <a:pt x="35651" y="167639"/>
                  </a:lnTo>
                  <a:lnTo>
                    <a:pt x="35651" y="158749"/>
                  </a:lnTo>
                  <a:lnTo>
                    <a:pt x="38611" y="153669"/>
                  </a:lnTo>
                  <a:lnTo>
                    <a:pt x="44289" y="143509"/>
                  </a:lnTo>
                  <a:lnTo>
                    <a:pt x="49533" y="134619"/>
                  </a:lnTo>
                  <a:lnTo>
                    <a:pt x="54452" y="123189"/>
                  </a:lnTo>
                  <a:lnTo>
                    <a:pt x="58098" y="111759"/>
                  </a:lnTo>
                  <a:lnTo>
                    <a:pt x="59523" y="96519"/>
                  </a:lnTo>
                  <a:lnTo>
                    <a:pt x="58870" y="86359"/>
                  </a:lnTo>
                  <a:lnTo>
                    <a:pt x="58788" y="85089"/>
                  </a:lnTo>
                  <a:lnTo>
                    <a:pt x="56589" y="74929"/>
                  </a:lnTo>
                  <a:lnTo>
                    <a:pt x="52936" y="63499"/>
                  </a:lnTo>
                  <a:lnTo>
                    <a:pt x="47838" y="53339"/>
                  </a:lnTo>
                  <a:lnTo>
                    <a:pt x="50609" y="50799"/>
                  </a:lnTo>
                  <a:lnTo>
                    <a:pt x="119826" y="50799"/>
                  </a:lnTo>
                  <a:lnTo>
                    <a:pt x="122169" y="49529"/>
                  </a:lnTo>
                  <a:lnTo>
                    <a:pt x="77401" y="49529"/>
                  </a:lnTo>
                  <a:lnTo>
                    <a:pt x="68675" y="48259"/>
                  </a:lnTo>
                  <a:lnTo>
                    <a:pt x="51618" y="40639"/>
                  </a:lnTo>
                  <a:lnTo>
                    <a:pt x="49692" y="39369"/>
                  </a:lnTo>
                  <a:close/>
                </a:path>
                <a:path w="254000" h="254000">
                  <a:moveTo>
                    <a:pt x="215142" y="50800"/>
                  </a:moveTo>
                  <a:lnTo>
                    <a:pt x="203100" y="50800"/>
                  </a:lnTo>
                  <a:lnTo>
                    <a:pt x="205868" y="53340"/>
                  </a:lnTo>
                  <a:lnTo>
                    <a:pt x="200770" y="63500"/>
                  </a:lnTo>
                  <a:lnTo>
                    <a:pt x="197117" y="74930"/>
                  </a:lnTo>
                  <a:lnTo>
                    <a:pt x="194918" y="85090"/>
                  </a:lnTo>
                  <a:lnTo>
                    <a:pt x="194183" y="96520"/>
                  </a:lnTo>
                  <a:lnTo>
                    <a:pt x="195608" y="111760"/>
                  </a:lnTo>
                  <a:lnTo>
                    <a:pt x="199255" y="123190"/>
                  </a:lnTo>
                  <a:lnTo>
                    <a:pt x="204177" y="134620"/>
                  </a:lnTo>
                  <a:lnTo>
                    <a:pt x="209428" y="143510"/>
                  </a:lnTo>
                  <a:lnTo>
                    <a:pt x="215099" y="153670"/>
                  </a:lnTo>
                  <a:lnTo>
                    <a:pt x="218055" y="158750"/>
                  </a:lnTo>
                  <a:lnTo>
                    <a:pt x="218055" y="167640"/>
                  </a:lnTo>
                  <a:lnTo>
                    <a:pt x="213139" y="179070"/>
                  </a:lnTo>
                  <a:lnTo>
                    <a:pt x="201861" y="186690"/>
                  </a:lnTo>
                  <a:lnTo>
                    <a:pt x="181029" y="193040"/>
                  </a:lnTo>
                  <a:lnTo>
                    <a:pt x="165104" y="196850"/>
                  </a:lnTo>
                  <a:lnTo>
                    <a:pt x="150541" y="201930"/>
                  </a:lnTo>
                  <a:lnTo>
                    <a:pt x="137679" y="207010"/>
                  </a:lnTo>
                  <a:lnTo>
                    <a:pt x="126855" y="213360"/>
                  </a:lnTo>
                  <a:lnTo>
                    <a:pt x="147157" y="213360"/>
                  </a:lnTo>
                  <a:lnTo>
                    <a:pt x="152218" y="210820"/>
                  </a:lnTo>
                  <a:lnTo>
                    <a:pt x="166702" y="205740"/>
                  </a:lnTo>
                  <a:lnTo>
                    <a:pt x="182626" y="201930"/>
                  </a:lnTo>
                  <a:lnTo>
                    <a:pt x="193981" y="199390"/>
                  </a:lnTo>
                  <a:lnTo>
                    <a:pt x="208786" y="193040"/>
                  </a:lnTo>
                  <a:lnTo>
                    <a:pt x="221632" y="182880"/>
                  </a:lnTo>
                  <a:lnTo>
                    <a:pt x="227116" y="167640"/>
                  </a:lnTo>
                  <a:lnTo>
                    <a:pt x="226549" y="161290"/>
                  </a:lnTo>
                  <a:lnTo>
                    <a:pt x="226436" y="160020"/>
                  </a:lnTo>
                  <a:lnTo>
                    <a:pt x="224481" y="153670"/>
                  </a:lnTo>
                  <a:lnTo>
                    <a:pt x="221379" y="147320"/>
                  </a:lnTo>
                  <a:lnTo>
                    <a:pt x="212434" y="130810"/>
                  </a:lnTo>
                  <a:lnTo>
                    <a:pt x="207909" y="120650"/>
                  </a:lnTo>
                  <a:lnTo>
                    <a:pt x="204555" y="109220"/>
                  </a:lnTo>
                  <a:lnTo>
                    <a:pt x="203244" y="96520"/>
                  </a:lnTo>
                  <a:lnTo>
                    <a:pt x="203999" y="86360"/>
                  </a:lnTo>
                  <a:lnTo>
                    <a:pt x="206257" y="76200"/>
                  </a:lnTo>
                  <a:lnTo>
                    <a:pt x="210006" y="66040"/>
                  </a:lnTo>
                  <a:lnTo>
                    <a:pt x="215234" y="55880"/>
                  </a:lnTo>
                  <a:lnTo>
                    <a:pt x="216265" y="54610"/>
                  </a:lnTo>
                  <a:lnTo>
                    <a:pt x="216199" y="53340"/>
                  </a:lnTo>
                  <a:lnTo>
                    <a:pt x="216133" y="52070"/>
                  </a:lnTo>
                  <a:lnTo>
                    <a:pt x="215142" y="50800"/>
                  </a:lnTo>
                  <a:close/>
                </a:path>
                <a:path w="254000" h="254000">
                  <a:moveTo>
                    <a:pt x="82221" y="151129"/>
                  </a:moveTo>
                  <a:lnTo>
                    <a:pt x="82221" y="158749"/>
                  </a:lnTo>
                  <a:lnTo>
                    <a:pt x="87367" y="161289"/>
                  </a:lnTo>
                  <a:lnTo>
                    <a:pt x="105486" y="161289"/>
                  </a:lnTo>
                  <a:lnTo>
                    <a:pt x="110885" y="160019"/>
                  </a:lnTo>
                  <a:lnTo>
                    <a:pt x="117457" y="154939"/>
                  </a:lnTo>
                  <a:lnTo>
                    <a:pt x="94125" y="154939"/>
                  </a:lnTo>
                  <a:lnTo>
                    <a:pt x="88636" y="153669"/>
                  </a:lnTo>
                  <a:lnTo>
                    <a:pt x="82221" y="151129"/>
                  </a:lnTo>
                  <a:close/>
                </a:path>
                <a:path w="254000" h="254000">
                  <a:moveTo>
                    <a:pt x="132590" y="151130"/>
                  </a:moveTo>
                  <a:lnTo>
                    <a:pt x="132590" y="158750"/>
                  </a:lnTo>
                  <a:lnTo>
                    <a:pt x="137909" y="161290"/>
                  </a:lnTo>
                  <a:lnTo>
                    <a:pt x="155594" y="161290"/>
                  </a:lnTo>
                  <a:lnTo>
                    <a:pt x="161072" y="160020"/>
                  </a:lnTo>
                  <a:lnTo>
                    <a:pt x="167590" y="154940"/>
                  </a:lnTo>
                  <a:lnTo>
                    <a:pt x="144267" y="154940"/>
                  </a:lnTo>
                  <a:lnTo>
                    <a:pt x="138895" y="153670"/>
                  </a:lnTo>
                  <a:lnTo>
                    <a:pt x="132590" y="151130"/>
                  </a:lnTo>
                  <a:close/>
                </a:path>
                <a:path w="254000" h="254000">
                  <a:moveTo>
                    <a:pt x="117624" y="130809"/>
                  </a:moveTo>
                  <a:lnTo>
                    <a:pt x="103228" y="130809"/>
                  </a:lnTo>
                  <a:lnTo>
                    <a:pt x="106811" y="132079"/>
                  </a:lnTo>
                  <a:lnTo>
                    <a:pt x="111206" y="135889"/>
                  </a:lnTo>
                  <a:lnTo>
                    <a:pt x="112308" y="138429"/>
                  </a:lnTo>
                  <a:lnTo>
                    <a:pt x="112308" y="147319"/>
                  </a:lnTo>
                  <a:lnTo>
                    <a:pt x="111134" y="149859"/>
                  </a:lnTo>
                  <a:lnTo>
                    <a:pt x="106456" y="153669"/>
                  </a:lnTo>
                  <a:lnTo>
                    <a:pt x="103088" y="154939"/>
                  </a:lnTo>
                  <a:lnTo>
                    <a:pt x="117457" y="154939"/>
                  </a:lnTo>
                  <a:lnTo>
                    <a:pt x="119100" y="153670"/>
                  </a:lnTo>
                  <a:lnTo>
                    <a:pt x="121146" y="148590"/>
                  </a:lnTo>
                  <a:lnTo>
                    <a:pt x="121146" y="137160"/>
                  </a:lnTo>
                  <a:lnTo>
                    <a:pt x="119383" y="132079"/>
                  </a:lnTo>
                  <a:lnTo>
                    <a:pt x="117624" y="130809"/>
                  </a:lnTo>
                  <a:close/>
                </a:path>
                <a:path w="254000" h="254000">
                  <a:moveTo>
                    <a:pt x="167909" y="132080"/>
                  </a:moveTo>
                  <a:lnTo>
                    <a:pt x="157999" y="132080"/>
                  </a:lnTo>
                  <a:lnTo>
                    <a:pt x="162416" y="135890"/>
                  </a:lnTo>
                  <a:lnTo>
                    <a:pt x="162416" y="147320"/>
                  </a:lnTo>
                  <a:lnTo>
                    <a:pt x="161234" y="149860"/>
                  </a:lnTo>
                  <a:lnTo>
                    <a:pt x="156496" y="153670"/>
                  </a:lnTo>
                  <a:lnTo>
                    <a:pt x="153113" y="154940"/>
                  </a:lnTo>
                  <a:lnTo>
                    <a:pt x="167590" y="154940"/>
                  </a:lnTo>
                  <a:lnTo>
                    <a:pt x="169219" y="153670"/>
                  </a:lnTo>
                  <a:lnTo>
                    <a:pt x="171258" y="148590"/>
                  </a:lnTo>
                  <a:lnTo>
                    <a:pt x="171258" y="138430"/>
                  </a:lnTo>
                  <a:lnTo>
                    <a:pt x="169582" y="133350"/>
                  </a:lnTo>
                  <a:lnTo>
                    <a:pt x="167909" y="132080"/>
                  </a:lnTo>
                  <a:close/>
                </a:path>
                <a:path w="254000" h="254000">
                  <a:moveTo>
                    <a:pt x="168751" y="100330"/>
                  </a:moveTo>
                  <a:lnTo>
                    <a:pt x="133462" y="100330"/>
                  </a:lnTo>
                  <a:lnTo>
                    <a:pt x="133462" y="107950"/>
                  </a:lnTo>
                  <a:lnTo>
                    <a:pt x="159127" y="107950"/>
                  </a:lnTo>
                  <a:lnTo>
                    <a:pt x="140915" y="127000"/>
                  </a:lnTo>
                  <a:lnTo>
                    <a:pt x="140915" y="133350"/>
                  </a:lnTo>
                  <a:lnTo>
                    <a:pt x="143633" y="133350"/>
                  </a:lnTo>
                  <a:lnTo>
                    <a:pt x="146378" y="132080"/>
                  </a:lnTo>
                  <a:lnTo>
                    <a:pt x="167909" y="132080"/>
                  </a:lnTo>
                  <a:lnTo>
                    <a:pt x="162884" y="128270"/>
                  </a:lnTo>
                  <a:lnTo>
                    <a:pt x="158346" y="125730"/>
                  </a:lnTo>
                  <a:lnTo>
                    <a:pt x="150886" y="125730"/>
                  </a:lnTo>
                  <a:lnTo>
                    <a:pt x="168751" y="106680"/>
                  </a:lnTo>
                  <a:lnTo>
                    <a:pt x="168751" y="100330"/>
                  </a:lnTo>
                  <a:close/>
                </a:path>
                <a:path w="254000" h="254000">
                  <a:moveTo>
                    <a:pt x="118115" y="100329"/>
                  </a:moveTo>
                  <a:lnTo>
                    <a:pt x="86469" y="100329"/>
                  </a:lnTo>
                  <a:lnTo>
                    <a:pt x="85058" y="123189"/>
                  </a:lnTo>
                  <a:lnTo>
                    <a:pt x="84979" y="124459"/>
                  </a:lnTo>
                  <a:lnTo>
                    <a:pt x="84901" y="125729"/>
                  </a:lnTo>
                  <a:lnTo>
                    <a:pt x="84823" y="132079"/>
                  </a:lnTo>
                  <a:lnTo>
                    <a:pt x="90199" y="132079"/>
                  </a:lnTo>
                  <a:lnTo>
                    <a:pt x="94677" y="130809"/>
                  </a:lnTo>
                  <a:lnTo>
                    <a:pt x="117624" y="130809"/>
                  </a:lnTo>
                  <a:lnTo>
                    <a:pt x="115864" y="129539"/>
                  </a:lnTo>
                  <a:lnTo>
                    <a:pt x="112334" y="125729"/>
                  </a:lnTo>
                  <a:lnTo>
                    <a:pt x="92623" y="125729"/>
                  </a:lnTo>
                  <a:lnTo>
                    <a:pt x="93671" y="109219"/>
                  </a:lnTo>
                  <a:lnTo>
                    <a:pt x="93752" y="107949"/>
                  </a:lnTo>
                  <a:lnTo>
                    <a:pt x="118115" y="107949"/>
                  </a:lnTo>
                  <a:lnTo>
                    <a:pt x="118115" y="100329"/>
                  </a:lnTo>
                  <a:close/>
                </a:path>
                <a:path w="254000" h="254000">
                  <a:moveTo>
                    <a:pt x="107445" y="124459"/>
                  </a:moveTo>
                  <a:lnTo>
                    <a:pt x="95802" y="124459"/>
                  </a:lnTo>
                  <a:lnTo>
                    <a:pt x="92623" y="125729"/>
                  </a:lnTo>
                  <a:lnTo>
                    <a:pt x="112334" y="125729"/>
                  </a:lnTo>
                  <a:lnTo>
                    <a:pt x="107445" y="124459"/>
                  </a:lnTo>
                  <a:close/>
                </a:path>
                <a:path w="254000" h="254000">
                  <a:moveTo>
                    <a:pt x="119826" y="50799"/>
                  </a:moveTo>
                  <a:lnTo>
                    <a:pt x="50609" y="50799"/>
                  </a:lnTo>
                  <a:lnTo>
                    <a:pt x="59312" y="54609"/>
                  </a:lnTo>
                  <a:lnTo>
                    <a:pt x="68165" y="57149"/>
                  </a:lnTo>
                  <a:lnTo>
                    <a:pt x="86220" y="59689"/>
                  </a:lnTo>
                  <a:lnTo>
                    <a:pt x="97134" y="58419"/>
                  </a:lnTo>
                  <a:lnTo>
                    <a:pt x="107565" y="55879"/>
                  </a:lnTo>
                  <a:lnTo>
                    <a:pt x="117482" y="52069"/>
                  </a:lnTo>
                  <a:lnTo>
                    <a:pt x="119826" y="50799"/>
                  </a:lnTo>
                  <a:close/>
                </a:path>
                <a:path w="254000" h="254000">
                  <a:moveTo>
                    <a:pt x="147380" y="46990"/>
                  </a:moveTo>
                  <a:lnTo>
                    <a:pt x="126855" y="46990"/>
                  </a:lnTo>
                  <a:lnTo>
                    <a:pt x="136225" y="52070"/>
                  </a:lnTo>
                  <a:lnTo>
                    <a:pt x="146141" y="55880"/>
                  </a:lnTo>
                  <a:lnTo>
                    <a:pt x="156572" y="58420"/>
                  </a:lnTo>
                  <a:lnTo>
                    <a:pt x="167486" y="59690"/>
                  </a:lnTo>
                  <a:lnTo>
                    <a:pt x="185545" y="57150"/>
                  </a:lnTo>
                  <a:lnTo>
                    <a:pt x="194399" y="54610"/>
                  </a:lnTo>
                  <a:lnTo>
                    <a:pt x="203100" y="50800"/>
                  </a:lnTo>
                  <a:lnTo>
                    <a:pt x="215142" y="50800"/>
                  </a:lnTo>
                  <a:lnTo>
                    <a:pt x="214151" y="49530"/>
                  </a:lnTo>
                  <a:lnTo>
                    <a:pt x="157129" y="49530"/>
                  </a:lnTo>
                  <a:lnTo>
                    <a:pt x="147380" y="46990"/>
                  </a:lnTo>
                  <a:close/>
                </a:path>
                <a:path w="254000" h="254000">
                  <a:moveTo>
                    <a:pt x="127885" y="36830"/>
                  </a:moveTo>
                  <a:lnTo>
                    <a:pt x="125824" y="36830"/>
                  </a:lnTo>
                  <a:lnTo>
                    <a:pt x="124272" y="38100"/>
                  </a:lnTo>
                  <a:lnTo>
                    <a:pt x="115537" y="43179"/>
                  </a:lnTo>
                  <a:lnTo>
                    <a:pt x="106328" y="46989"/>
                  </a:lnTo>
                  <a:lnTo>
                    <a:pt x="96577" y="49529"/>
                  </a:lnTo>
                  <a:lnTo>
                    <a:pt x="122169" y="49529"/>
                  </a:lnTo>
                  <a:lnTo>
                    <a:pt x="126855" y="46990"/>
                  </a:lnTo>
                  <a:lnTo>
                    <a:pt x="147380" y="46990"/>
                  </a:lnTo>
                  <a:lnTo>
                    <a:pt x="138170" y="43180"/>
                  </a:lnTo>
                  <a:lnTo>
                    <a:pt x="129433" y="38100"/>
                  </a:lnTo>
                  <a:lnTo>
                    <a:pt x="127885" y="36830"/>
                  </a:lnTo>
                  <a:close/>
                </a:path>
                <a:path w="254000" h="254000">
                  <a:moveTo>
                    <a:pt x="204021" y="39370"/>
                  </a:moveTo>
                  <a:lnTo>
                    <a:pt x="202088" y="40640"/>
                  </a:lnTo>
                  <a:lnTo>
                    <a:pt x="185031" y="48260"/>
                  </a:lnTo>
                  <a:lnTo>
                    <a:pt x="176305" y="49530"/>
                  </a:lnTo>
                  <a:lnTo>
                    <a:pt x="214151" y="49530"/>
                  </a:lnTo>
                  <a:lnTo>
                    <a:pt x="210187" y="44450"/>
                  </a:lnTo>
                  <a:lnTo>
                    <a:pt x="206423" y="40640"/>
                  </a:lnTo>
                  <a:lnTo>
                    <a:pt x="204021" y="39370"/>
                  </a:lnTo>
                  <a:close/>
                </a:path>
                <a:path w="254000" h="254000">
                  <a:moveTo>
                    <a:pt x="58974" y="13969"/>
                  </a:moveTo>
                  <a:lnTo>
                    <a:pt x="45320" y="13969"/>
                  </a:lnTo>
                  <a:lnTo>
                    <a:pt x="54925" y="21589"/>
                  </a:lnTo>
                  <a:lnTo>
                    <a:pt x="65079" y="27939"/>
                  </a:lnTo>
                  <a:lnTo>
                    <a:pt x="75578" y="31749"/>
                  </a:lnTo>
                  <a:lnTo>
                    <a:pt x="86220" y="33019"/>
                  </a:lnTo>
                  <a:lnTo>
                    <a:pt x="97551" y="31749"/>
                  </a:lnTo>
                  <a:lnTo>
                    <a:pt x="108004" y="27939"/>
                  </a:lnTo>
                  <a:lnTo>
                    <a:pt x="115780" y="22859"/>
                  </a:lnTo>
                  <a:lnTo>
                    <a:pt x="86220" y="22859"/>
                  </a:lnTo>
                  <a:lnTo>
                    <a:pt x="76341" y="21589"/>
                  </a:lnTo>
                  <a:lnTo>
                    <a:pt x="66550" y="19049"/>
                  </a:lnTo>
                  <a:lnTo>
                    <a:pt x="58974" y="13969"/>
                  </a:lnTo>
                  <a:close/>
                </a:path>
                <a:path w="254000" h="254000">
                  <a:moveTo>
                    <a:pt x="140642" y="12700"/>
                  </a:moveTo>
                  <a:lnTo>
                    <a:pt x="126855" y="12700"/>
                  </a:lnTo>
                  <a:lnTo>
                    <a:pt x="135984" y="21590"/>
                  </a:lnTo>
                  <a:lnTo>
                    <a:pt x="145702" y="27940"/>
                  </a:lnTo>
                  <a:lnTo>
                    <a:pt x="156155" y="31750"/>
                  </a:lnTo>
                  <a:lnTo>
                    <a:pt x="167486" y="33020"/>
                  </a:lnTo>
                  <a:lnTo>
                    <a:pt x="178127" y="31750"/>
                  </a:lnTo>
                  <a:lnTo>
                    <a:pt x="188628" y="27940"/>
                  </a:lnTo>
                  <a:lnTo>
                    <a:pt x="196753" y="22860"/>
                  </a:lnTo>
                  <a:lnTo>
                    <a:pt x="167486" y="22860"/>
                  </a:lnTo>
                  <a:lnTo>
                    <a:pt x="157136" y="21590"/>
                  </a:lnTo>
                  <a:lnTo>
                    <a:pt x="147688" y="17780"/>
                  </a:lnTo>
                  <a:lnTo>
                    <a:pt x="140642" y="12700"/>
                  </a:lnTo>
                  <a:close/>
                </a:path>
                <a:path w="254000" h="254000">
                  <a:moveTo>
                    <a:pt x="128735" y="0"/>
                  </a:moveTo>
                  <a:lnTo>
                    <a:pt x="124975" y="0"/>
                  </a:lnTo>
                  <a:lnTo>
                    <a:pt x="123257" y="2539"/>
                  </a:lnTo>
                  <a:lnTo>
                    <a:pt x="114827" y="11429"/>
                  </a:lnTo>
                  <a:lnTo>
                    <a:pt x="106018" y="17779"/>
                  </a:lnTo>
                  <a:lnTo>
                    <a:pt x="96569" y="21589"/>
                  </a:lnTo>
                  <a:lnTo>
                    <a:pt x="86220" y="22859"/>
                  </a:lnTo>
                  <a:lnTo>
                    <a:pt x="115780" y="22859"/>
                  </a:lnTo>
                  <a:lnTo>
                    <a:pt x="117723" y="21589"/>
                  </a:lnTo>
                  <a:lnTo>
                    <a:pt x="126855" y="12700"/>
                  </a:lnTo>
                  <a:lnTo>
                    <a:pt x="140642" y="12700"/>
                  </a:lnTo>
                  <a:lnTo>
                    <a:pt x="138881" y="11430"/>
                  </a:lnTo>
                  <a:lnTo>
                    <a:pt x="130453" y="2540"/>
                  </a:lnTo>
                  <a:lnTo>
                    <a:pt x="128735" y="0"/>
                  </a:lnTo>
                  <a:close/>
                </a:path>
                <a:path w="254000" h="254000">
                  <a:moveTo>
                    <a:pt x="210477" y="2540"/>
                  </a:moveTo>
                  <a:lnTo>
                    <a:pt x="207770" y="2540"/>
                  </a:lnTo>
                  <a:lnTo>
                    <a:pt x="206468" y="3810"/>
                  </a:lnTo>
                  <a:lnTo>
                    <a:pt x="205543" y="3810"/>
                  </a:lnTo>
                  <a:lnTo>
                    <a:pt x="196626" y="12700"/>
                  </a:lnTo>
                  <a:lnTo>
                    <a:pt x="187156" y="19050"/>
                  </a:lnTo>
                  <a:lnTo>
                    <a:pt x="177365" y="21590"/>
                  </a:lnTo>
                  <a:lnTo>
                    <a:pt x="167486" y="22860"/>
                  </a:lnTo>
                  <a:lnTo>
                    <a:pt x="196753" y="22860"/>
                  </a:lnTo>
                  <a:lnTo>
                    <a:pt x="198784" y="21590"/>
                  </a:lnTo>
                  <a:lnTo>
                    <a:pt x="208393" y="13970"/>
                  </a:lnTo>
                  <a:lnTo>
                    <a:pt x="219182" y="13970"/>
                  </a:lnTo>
                  <a:lnTo>
                    <a:pt x="212509" y="5080"/>
                  </a:lnTo>
                  <a:lnTo>
                    <a:pt x="211712" y="3810"/>
                  </a:lnTo>
                  <a:lnTo>
                    <a:pt x="210477" y="2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66088" y="945006"/>
              <a:ext cx="1224280" cy="212090"/>
            </a:xfrm>
            <a:custGeom>
              <a:avLst/>
              <a:gdLst/>
              <a:ahLst/>
              <a:cxnLst/>
              <a:rect l="l" t="t" r="r" b="b"/>
              <a:pathLst>
                <a:path w="1224280" h="212090">
                  <a:moveTo>
                    <a:pt x="64516" y="167259"/>
                  </a:moveTo>
                  <a:lnTo>
                    <a:pt x="13716" y="167259"/>
                  </a:lnTo>
                  <a:lnTo>
                    <a:pt x="13716" y="179959"/>
                  </a:lnTo>
                  <a:lnTo>
                    <a:pt x="64516" y="179959"/>
                  </a:lnTo>
                  <a:lnTo>
                    <a:pt x="64516" y="167259"/>
                  </a:lnTo>
                  <a:close/>
                </a:path>
                <a:path w="1224280" h="212090">
                  <a:moveTo>
                    <a:pt x="108585" y="31877"/>
                  </a:moveTo>
                  <a:lnTo>
                    <a:pt x="76212" y="31877"/>
                  </a:lnTo>
                  <a:lnTo>
                    <a:pt x="76327" y="0"/>
                  </a:lnTo>
                  <a:lnTo>
                    <a:pt x="0" y="37973"/>
                  </a:lnTo>
                  <a:lnTo>
                    <a:pt x="76073" y="76200"/>
                  </a:lnTo>
                  <a:lnTo>
                    <a:pt x="76174" y="44577"/>
                  </a:lnTo>
                  <a:lnTo>
                    <a:pt x="108585" y="44577"/>
                  </a:lnTo>
                  <a:lnTo>
                    <a:pt x="108585" y="31877"/>
                  </a:lnTo>
                  <a:close/>
                </a:path>
                <a:path w="1224280" h="212090">
                  <a:moveTo>
                    <a:pt x="153416" y="167259"/>
                  </a:moveTo>
                  <a:lnTo>
                    <a:pt x="102616" y="167259"/>
                  </a:lnTo>
                  <a:lnTo>
                    <a:pt x="102616" y="179959"/>
                  </a:lnTo>
                  <a:lnTo>
                    <a:pt x="153416" y="179959"/>
                  </a:lnTo>
                  <a:lnTo>
                    <a:pt x="153416" y="167259"/>
                  </a:lnTo>
                  <a:close/>
                </a:path>
                <a:path w="1224280" h="212090">
                  <a:moveTo>
                    <a:pt x="197485" y="32004"/>
                  </a:moveTo>
                  <a:lnTo>
                    <a:pt x="146685" y="32004"/>
                  </a:lnTo>
                  <a:lnTo>
                    <a:pt x="146685" y="44704"/>
                  </a:lnTo>
                  <a:lnTo>
                    <a:pt x="197485" y="44704"/>
                  </a:lnTo>
                  <a:lnTo>
                    <a:pt x="197485" y="32004"/>
                  </a:lnTo>
                  <a:close/>
                </a:path>
                <a:path w="1224280" h="212090">
                  <a:moveTo>
                    <a:pt x="242316" y="167259"/>
                  </a:moveTo>
                  <a:lnTo>
                    <a:pt x="191516" y="167259"/>
                  </a:lnTo>
                  <a:lnTo>
                    <a:pt x="191516" y="179959"/>
                  </a:lnTo>
                  <a:lnTo>
                    <a:pt x="242316" y="179959"/>
                  </a:lnTo>
                  <a:lnTo>
                    <a:pt x="242316" y="167259"/>
                  </a:lnTo>
                  <a:close/>
                </a:path>
                <a:path w="1224280" h="212090">
                  <a:moveTo>
                    <a:pt x="286385" y="32258"/>
                  </a:moveTo>
                  <a:lnTo>
                    <a:pt x="235585" y="32258"/>
                  </a:lnTo>
                  <a:lnTo>
                    <a:pt x="235585" y="44958"/>
                  </a:lnTo>
                  <a:lnTo>
                    <a:pt x="286385" y="44958"/>
                  </a:lnTo>
                  <a:lnTo>
                    <a:pt x="286385" y="32258"/>
                  </a:lnTo>
                  <a:close/>
                </a:path>
                <a:path w="1224280" h="212090">
                  <a:moveTo>
                    <a:pt x="331216" y="167259"/>
                  </a:moveTo>
                  <a:lnTo>
                    <a:pt x="280416" y="167259"/>
                  </a:lnTo>
                  <a:lnTo>
                    <a:pt x="280416" y="179959"/>
                  </a:lnTo>
                  <a:lnTo>
                    <a:pt x="331216" y="179959"/>
                  </a:lnTo>
                  <a:lnTo>
                    <a:pt x="331216" y="167259"/>
                  </a:lnTo>
                  <a:close/>
                </a:path>
                <a:path w="1224280" h="212090">
                  <a:moveTo>
                    <a:pt x="375285" y="32385"/>
                  </a:moveTo>
                  <a:lnTo>
                    <a:pt x="324485" y="32385"/>
                  </a:lnTo>
                  <a:lnTo>
                    <a:pt x="324485" y="45085"/>
                  </a:lnTo>
                  <a:lnTo>
                    <a:pt x="375285" y="45085"/>
                  </a:lnTo>
                  <a:lnTo>
                    <a:pt x="375285" y="32385"/>
                  </a:lnTo>
                  <a:close/>
                </a:path>
                <a:path w="1224280" h="212090">
                  <a:moveTo>
                    <a:pt x="420116" y="167259"/>
                  </a:moveTo>
                  <a:lnTo>
                    <a:pt x="369316" y="167259"/>
                  </a:lnTo>
                  <a:lnTo>
                    <a:pt x="369316" y="179959"/>
                  </a:lnTo>
                  <a:lnTo>
                    <a:pt x="420116" y="179959"/>
                  </a:lnTo>
                  <a:lnTo>
                    <a:pt x="420116" y="167259"/>
                  </a:lnTo>
                  <a:close/>
                </a:path>
                <a:path w="1224280" h="212090">
                  <a:moveTo>
                    <a:pt x="464185" y="32512"/>
                  </a:moveTo>
                  <a:lnTo>
                    <a:pt x="413385" y="32512"/>
                  </a:lnTo>
                  <a:lnTo>
                    <a:pt x="413385" y="45212"/>
                  </a:lnTo>
                  <a:lnTo>
                    <a:pt x="464185" y="45212"/>
                  </a:lnTo>
                  <a:lnTo>
                    <a:pt x="464185" y="32512"/>
                  </a:lnTo>
                  <a:close/>
                </a:path>
                <a:path w="1224280" h="212090">
                  <a:moveTo>
                    <a:pt x="509016" y="167259"/>
                  </a:moveTo>
                  <a:lnTo>
                    <a:pt x="458216" y="167259"/>
                  </a:lnTo>
                  <a:lnTo>
                    <a:pt x="458216" y="179959"/>
                  </a:lnTo>
                  <a:lnTo>
                    <a:pt x="509016" y="179959"/>
                  </a:lnTo>
                  <a:lnTo>
                    <a:pt x="509016" y="167259"/>
                  </a:lnTo>
                  <a:close/>
                </a:path>
                <a:path w="1224280" h="212090">
                  <a:moveTo>
                    <a:pt x="553085" y="32766"/>
                  </a:moveTo>
                  <a:lnTo>
                    <a:pt x="502285" y="32766"/>
                  </a:lnTo>
                  <a:lnTo>
                    <a:pt x="502285" y="45466"/>
                  </a:lnTo>
                  <a:lnTo>
                    <a:pt x="553085" y="45466"/>
                  </a:lnTo>
                  <a:lnTo>
                    <a:pt x="553085" y="32766"/>
                  </a:lnTo>
                  <a:close/>
                </a:path>
                <a:path w="1224280" h="212090">
                  <a:moveTo>
                    <a:pt x="597916" y="167259"/>
                  </a:moveTo>
                  <a:lnTo>
                    <a:pt x="547116" y="167259"/>
                  </a:lnTo>
                  <a:lnTo>
                    <a:pt x="547116" y="179959"/>
                  </a:lnTo>
                  <a:lnTo>
                    <a:pt x="597916" y="179959"/>
                  </a:lnTo>
                  <a:lnTo>
                    <a:pt x="597916" y="167259"/>
                  </a:lnTo>
                  <a:close/>
                </a:path>
                <a:path w="1224280" h="212090">
                  <a:moveTo>
                    <a:pt x="641985" y="32893"/>
                  </a:moveTo>
                  <a:lnTo>
                    <a:pt x="591185" y="32893"/>
                  </a:lnTo>
                  <a:lnTo>
                    <a:pt x="591185" y="45593"/>
                  </a:lnTo>
                  <a:lnTo>
                    <a:pt x="641985" y="45593"/>
                  </a:lnTo>
                  <a:lnTo>
                    <a:pt x="641985" y="32893"/>
                  </a:lnTo>
                  <a:close/>
                </a:path>
                <a:path w="1224280" h="212090">
                  <a:moveTo>
                    <a:pt x="686816" y="167259"/>
                  </a:moveTo>
                  <a:lnTo>
                    <a:pt x="636016" y="167259"/>
                  </a:lnTo>
                  <a:lnTo>
                    <a:pt x="636016" y="179959"/>
                  </a:lnTo>
                  <a:lnTo>
                    <a:pt x="686816" y="179959"/>
                  </a:lnTo>
                  <a:lnTo>
                    <a:pt x="686816" y="167259"/>
                  </a:lnTo>
                  <a:close/>
                </a:path>
                <a:path w="1224280" h="212090">
                  <a:moveTo>
                    <a:pt x="730885" y="33147"/>
                  </a:moveTo>
                  <a:lnTo>
                    <a:pt x="680085" y="33147"/>
                  </a:lnTo>
                  <a:lnTo>
                    <a:pt x="680085" y="45847"/>
                  </a:lnTo>
                  <a:lnTo>
                    <a:pt x="730885" y="45847"/>
                  </a:lnTo>
                  <a:lnTo>
                    <a:pt x="730885" y="33147"/>
                  </a:lnTo>
                  <a:close/>
                </a:path>
                <a:path w="1224280" h="212090">
                  <a:moveTo>
                    <a:pt x="775716" y="167259"/>
                  </a:moveTo>
                  <a:lnTo>
                    <a:pt x="724916" y="167259"/>
                  </a:lnTo>
                  <a:lnTo>
                    <a:pt x="724916" y="179959"/>
                  </a:lnTo>
                  <a:lnTo>
                    <a:pt x="775716" y="179959"/>
                  </a:lnTo>
                  <a:lnTo>
                    <a:pt x="775716" y="167259"/>
                  </a:lnTo>
                  <a:close/>
                </a:path>
                <a:path w="1224280" h="212090">
                  <a:moveTo>
                    <a:pt x="819785" y="33274"/>
                  </a:moveTo>
                  <a:lnTo>
                    <a:pt x="768985" y="33274"/>
                  </a:lnTo>
                  <a:lnTo>
                    <a:pt x="768985" y="45974"/>
                  </a:lnTo>
                  <a:lnTo>
                    <a:pt x="819785" y="45974"/>
                  </a:lnTo>
                  <a:lnTo>
                    <a:pt x="819785" y="33274"/>
                  </a:lnTo>
                  <a:close/>
                </a:path>
                <a:path w="1224280" h="212090">
                  <a:moveTo>
                    <a:pt x="864616" y="167259"/>
                  </a:moveTo>
                  <a:lnTo>
                    <a:pt x="813816" y="167259"/>
                  </a:lnTo>
                  <a:lnTo>
                    <a:pt x="813816" y="179959"/>
                  </a:lnTo>
                  <a:lnTo>
                    <a:pt x="864616" y="179959"/>
                  </a:lnTo>
                  <a:lnTo>
                    <a:pt x="864616" y="167259"/>
                  </a:lnTo>
                  <a:close/>
                </a:path>
                <a:path w="1224280" h="212090">
                  <a:moveTo>
                    <a:pt x="908685" y="33528"/>
                  </a:moveTo>
                  <a:lnTo>
                    <a:pt x="857885" y="33528"/>
                  </a:lnTo>
                  <a:lnTo>
                    <a:pt x="857885" y="46228"/>
                  </a:lnTo>
                  <a:lnTo>
                    <a:pt x="908685" y="46228"/>
                  </a:lnTo>
                  <a:lnTo>
                    <a:pt x="908685" y="33528"/>
                  </a:lnTo>
                  <a:close/>
                </a:path>
                <a:path w="1224280" h="212090">
                  <a:moveTo>
                    <a:pt x="953516" y="167259"/>
                  </a:moveTo>
                  <a:lnTo>
                    <a:pt x="902716" y="167259"/>
                  </a:lnTo>
                  <a:lnTo>
                    <a:pt x="902716" y="179959"/>
                  </a:lnTo>
                  <a:lnTo>
                    <a:pt x="953516" y="179959"/>
                  </a:lnTo>
                  <a:lnTo>
                    <a:pt x="953516" y="167259"/>
                  </a:lnTo>
                  <a:close/>
                </a:path>
                <a:path w="1224280" h="212090">
                  <a:moveTo>
                    <a:pt x="997585" y="33655"/>
                  </a:moveTo>
                  <a:lnTo>
                    <a:pt x="946785" y="33655"/>
                  </a:lnTo>
                  <a:lnTo>
                    <a:pt x="946785" y="46355"/>
                  </a:lnTo>
                  <a:lnTo>
                    <a:pt x="997585" y="46355"/>
                  </a:lnTo>
                  <a:lnTo>
                    <a:pt x="997585" y="33655"/>
                  </a:lnTo>
                  <a:close/>
                </a:path>
                <a:path w="1224280" h="212090">
                  <a:moveTo>
                    <a:pt x="1042416" y="167259"/>
                  </a:moveTo>
                  <a:lnTo>
                    <a:pt x="991616" y="167259"/>
                  </a:lnTo>
                  <a:lnTo>
                    <a:pt x="991616" y="179959"/>
                  </a:lnTo>
                  <a:lnTo>
                    <a:pt x="1042416" y="179959"/>
                  </a:lnTo>
                  <a:lnTo>
                    <a:pt x="1042416" y="167259"/>
                  </a:lnTo>
                  <a:close/>
                </a:path>
                <a:path w="1224280" h="212090">
                  <a:moveTo>
                    <a:pt x="1086485" y="33782"/>
                  </a:moveTo>
                  <a:lnTo>
                    <a:pt x="1035685" y="33782"/>
                  </a:lnTo>
                  <a:lnTo>
                    <a:pt x="1035685" y="46482"/>
                  </a:lnTo>
                  <a:lnTo>
                    <a:pt x="1086485" y="46482"/>
                  </a:lnTo>
                  <a:lnTo>
                    <a:pt x="1086485" y="33782"/>
                  </a:lnTo>
                  <a:close/>
                </a:path>
                <a:path w="1224280" h="212090">
                  <a:moveTo>
                    <a:pt x="1131316" y="167259"/>
                  </a:moveTo>
                  <a:lnTo>
                    <a:pt x="1080516" y="167259"/>
                  </a:lnTo>
                  <a:lnTo>
                    <a:pt x="1080516" y="179959"/>
                  </a:lnTo>
                  <a:lnTo>
                    <a:pt x="1131316" y="179959"/>
                  </a:lnTo>
                  <a:lnTo>
                    <a:pt x="1131316" y="167259"/>
                  </a:lnTo>
                  <a:close/>
                </a:path>
                <a:path w="1224280" h="212090">
                  <a:moveTo>
                    <a:pt x="1175385" y="34036"/>
                  </a:moveTo>
                  <a:lnTo>
                    <a:pt x="1124585" y="34036"/>
                  </a:lnTo>
                  <a:lnTo>
                    <a:pt x="1124585" y="46736"/>
                  </a:lnTo>
                  <a:lnTo>
                    <a:pt x="1175385" y="46736"/>
                  </a:lnTo>
                  <a:lnTo>
                    <a:pt x="1175385" y="34036"/>
                  </a:lnTo>
                  <a:close/>
                </a:path>
                <a:path w="1224280" h="212090">
                  <a:moveTo>
                    <a:pt x="1223772" y="173609"/>
                  </a:moveTo>
                  <a:lnTo>
                    <a:pt x="1147572" y="135509"/>
                  </a:lnTo>
                  <a:lnTo>
                    <a:pt x="1147572" y="211709"/>
                  </a:lnTo>
                  <a:lnTo>
                    <a:pt x="1223772" y="173609"/>
                  </a:lnTo>
                  <a:close/>
                </a:path>
              </a:pathLst>
            </a:custGeom>
            <a:solidFill>
              <a:srgbClr val="FDA8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630172" y="1154684"/>
            <a:ext cx="730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EC2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25" dirty="0">
                <a:latin typeface="Arial"/>
                <a:cs typeface="Arial"/>
              </a:rPr>
              <a:t> IP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747801" y="882445"/>
            <a:ext cx="2762250" cy="2338070"/>
            <a:chOff x="2747801" y="882445"/>
            <a:chExt cx="2762250" cy="233807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7801" y="882445"/>
              <a:ext cx="230094" cy="26202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862959" y="2549397"/>
              <a:ext cx="1634489" cy="213360"/>
            </a:xfrm>
            <a:custGeom>
              <a:avLst/>
              <a:gdLst/>
              <a:ahLst/>
              <a:cxnLst/>
              <a:rect l="l" t="t" r="r" b="b"/>
              <a:pathLst>
                <a:path w="1634489" h="213360">
                  <a:moveTo>
                    <a:pt x="817194" y="0"/>
                  </a:moveTo>
                  <a:lnTo>
                    <a:pt x="0" y="0"/>
                  </a:lnTo>
                  <a:lnTo>
                    <a:pt x="0" y="213360"/>
                  </a:lnTo>
                  <a:lnTo>
                    <a:pt x="817194" y="213360"/>
                  </a:lnTo>
                  <a:lnTo>
                    <a:pt x="817194" y="0"/>
                  </a:lnTo>
                  <a:close/>
                </a:path>
                <a:path w="1634489" h="213360">
                  <a:moveTo>
                    <a:pt x="1634426" y="0"/>
                  </a:moveTo>
                  <a:lnTo>
                    <a:pt x="817245" y="0"/>
                  </a:lnTo>
                  <a:lnTo>
                    <a:pt x="817245" y="213360"/>
                  </a:lnTo>
                  <a:lnTo>
                    <a:pt x="1634426" y="213360"/>
                  </a:lnTo>
                  <a:lnTo>
                    <a:pt x="1634426" y="0"/>
                  </a:lnTo>
                  <a:close/>
                </a:path>
              </a:pathLst>
            </a:custGeom>
            <a:solidFill>
              <a:srgbClr val="C5EF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862959" y="2762757"/>
              <a:ext cx="1634489" cy="444500"/>
            </a:xfrm>
            <a:custGeom>
              <a:avLst/>
              <a:gdLst/>
              <a:ahLst/>
              <a:cxnLst/>
              <a:rect l="l" t="t" r="r" b="b"/>
              <a:pathLst>
                <a:path w="1634489" h="444500">
                  <a:moveTo>
                    <a:pt x="817194" y="0"/>
                  </a:moveTo>
                  <a:lnTo>
                    <a:pt x="0" y="0"/>
                  </a:lnTo>
                  <a:lnTo>
                    <a:pt x="0" y="222250"/>
                  </a:lnTo>
                  <a:lnTo>
                    <a:pt x="0" y="444500"/>
                  </a:lnTo>
                  <a:lnTo>
                    <a:pt x="817194" y="444500"/>
                  </a:lnTo>
                  <a:lnTo>
                    <a:pt x="817194" y="222250"/>
                  </a:lnTo>
                  <a:lnTo>
                    <a:pt x="817194" y="0"/>
                  </a:lnTo>
                  <a:close/>
                </a:path>
                <a:path w="1634489" h="444500">
                  <a:moveTo>
                    <a:pt x="1634426" y="0"/>
                  </a:moveTo>
                  <a:lnTo>
                    <a:pt x="817245" y="0"/>
                  </a:lnTo>
                  <a:lnTo>
                    <a:pt x="817245" y="222250"/>
                  </a:lnTo>
                  <a:lnTo>
                    <a:pt x="817245" y="444500"/>
                  </a:lnTo>
                  <a:lnTo>
                    <a:pt x="1634426" y="444500"/>
                  </a:lnTo>
                  <a:lnTo>
                    <a:pt x="1634426" y="222250"/>
                  </a:lnTo>
                  <a:lnTo>
                    <a:pt x="1634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56608" y="2543048"/>
              <a:ext cx="1647189" cy="670560"/>
            </a:xfrm>
            <a:custGeom>
              <a:avLst/>
              <a:gdLst/>
              <a:ahLst/>
              <a:cxnLst/>
              <a:rect l="l" t="t" r="r" b="b"/>
              <a:pathLst>
                <a:path w="1647189" h="670560">
                  <a:moveTo>
                    <a:pt x="823594" y="0"/>
                  </a:moveTo>
                  <a:lnTo>
                    <a:pt x="823594" y="670559"/>
                  </a:lnTo>
                </a:path>
                <a:path w="1647189" h="670560">
                  <a:moveTo>
                    <a:pt x="0" y="219709"/>
                  </a:moveTo>
                  <a:lnTo>
                    <a:pt x="1647063" y="219709"/>
                  </a:lnTo>
                </a:path>
                <a:path w="1647189" h="670560">
                  <a:moveTo>
                    <a:pt x="0" y="441959"/>
                  </a:moveTo>
                  <a:lnTo>
                    <a:pt x="1647063" y="441959"/>
                  </a:lnTo>
                </a:path>
                <a:path w="1647189" h="670560">
                  <a:moveTo>
                    <a:pt x="6350" y="0"/>
                  </a:moveTo>
                  <a:lnTo>
                    <a:pt x="6350" y="670559"/>
                  </a:lnTo>
                </a:path>
                <a:path w="1647189" h="670560">
                  <a:moveTo>
                    <a:pt x="1640713" y="0"/>
                  </a:moveTo>
                  <a:lnTo>
                    <a:pt x="1640713" y="670559"/>
                  </a:lnTo>
                </a:path>
                <a:path w="1647189" h="670560">
                  <a:moveTo>
                    <a:pt x="0" y="6350"/>
                  </a:moveTo>
                  <a:lnTo>
                    <a:pt x="1647063" y="6350"/>
                  </a:lnTo>
                </a:path>
                <a:path w="1647189" h="670560">
                  <a:moveTo>
                    <a:pt x="0" y="664209"/>
                  </a:moveTo>
                  <a:lnTo>
                    <a:pt x="1647063" y="66420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982339" y="2579877"/>
            <a:ext cx="5797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latin typeface="Arial"/>
                <a:cs typeface="Arial"/>
              </a:rPr>
              <a:t>Destination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21758" y="2579877"/>
            <a:ext cx="335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latin typeface="Arial"/>
                <a:cs typeface="Arial"/>
              </a:rPr>
              <a:t>Target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42334" y="2793619"/>
            <a:ext cx="5924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10.10.0.0/16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59578" y="2793619"/>
            <a:ext cx="2692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Local</a:t>
            </a:r>
            <a:endParaRPr sz="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42334" y="3015742"/>
            <a:ext cx="42354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0.0.0.0/0</a:t>
            </a:r>
            <a:endParaRPr sz="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59578" y="3015742"/>
            <a:ext cx="511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igw-xxxxxx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896995" y="3756025"/>
            <a:ext cx="1543685" cy="461645"/>
            <a:chOff x="3896995" y="3756025"/>
            <a:chExt cx="1543685" cy="461645"/>
          </a:xfrm>
        </p:grpSpPr>
        <p:sp>
          <p:nvSpPr>
            <p:cNvPr id="60" name="object 60"/>
            <p:cNvSpPr/>
            <p:nvPr/>
          </p:nvSpPr>
          <p:spPr>
            <a:xfrm>
              <a:off x="3909695" y="3768801"/>
              <a:ext cx="1518285" cy="213360"/>
            </a:xfrm>
            <a:custGeom>
              <a:avLst/>
              <a:gdLst/>
              <a:ahLst/>
              <a:cxnLst/>
              <a:rect l="l" t="t" r="r" b="b"/>
              <a:pathLst>
                <a:path w="1518285" h="213360">
                  <a:moveTo>
                    <a:pt x="1518170" y="0"/>
                  </a:moveTo>
                  <a:lnTo>
                    <a:pt x="759091" y="0"/>
                  </a:lnTo>
                  <a:lnTo>
                    <a:pt x="0" y="0"/>
                  </a:lnTo>
                  <a:lnTo>
                    <a:pt x="0" y="213347"/>
                  </a:lnTo>
                  <a:lnTo>
                    <a:pt x="759079" y="213347"/>
                  </a:lnTo>
                  <a:lnTo>
                    <a:pt x="1518170" y="213347"/>
                  </a:lnTo>
                  <a:lnTo>
                    <a:pt x="1518170" y="0"/>
                  </a:lnTo>
                  <a:close/>
                </a:path>
              </a:pathLst>
            </a:custGeom>
            <a:solidFill>
              <a:srgbClr val="BED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09695" y="3982148"/>
              <a:ext cx="1518285" cy="222250"/>
            </a:xfrm>
            <a:custGeom>
              <a:avLst/>
              <a:gdLst/>
              <a:ahLst/>
              <a:cxnLst/>
              <a:rect l="l" t="t" r="r" b="b"/>
              <a:pathLst>
                <a:path w="1518285" h="222250">
                  <a:moveTo>
                    <a:pt x="1518170" y="0"/>
                  </a:moveTo>
                  <a:lnTo>
                    <a:pt x="759091" y="0"/>
                  </a:lnTo>
                  <a:lnTo>
                    <a:pt x="0" y="0"/>
                  </a:lnTo>
                  <a:lnTo>
                    <a:pt x="0" y="222250"/>
                  </a:lnTo>
                  <a:lnTo>
                    <a:pt x="759079" y="222250"/>
                  </a:lnTo>
                  <a:lnTo>
                    <a:pt x="1518170" y="222250"/>
                  </a:lnTo>
                  <a:lnTo>
                    <a:pt x="1518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903345" y="3762375"/>
              <a:ext cx="1530985" cy="448945"/>
            </a:xfrm>
            <a:custGeom>
              <a:avLst/>
              <a:gdLst/>
              <a:ahLst/>
              <a:cxnLst/>
              <a:rect l="l" t="t" r="r" b="b"/>
              <a:pathLst>
                <a:path w="1530985" h="448945">
                  <a:moveTo>
                    <a:pt x="765428" y="0"/>
                  </a:moveTo>
                  <a:lnTo>
                    <a:pt x="765428" y="448373"/>
                  </a:lnTo>
                </a:path>
                <a:path w="1530985" h="448945">
                  <a:moveTo>
                    <a:pt x="0" y="219773"/>
                  </a:moveTo>
                  <a:lnTo>
                    <a:pt x="1530857" y="219773"/>
                  </a:lnTo>
                </a:path>
                <a:path w="1530985" h="448945">
                  <a:moveTo>
                    <a:pt x="6350" y="0"/>
                  </a:moveTo>
                  <a:lnTo>
                    <a:pt x="6350" y="448373"/>
                  </a:lnTo>
                </a:path>
                <a:path w="1530985" h="448945">
                  <a:moveTo>
                    <a:pt x="1524507" y="0"/>
                  </a:moveTo>
                  <a:lnTo>
                    <a:pt x="1524507" y="448373"/>
                  </a:lnTo>
                </a:path>
                <a:path w="1530985" h="448945">
                  <a:moveTo>
                    <a:pt x="0" y="6350"/>
                  </a:moveTo>
                  <a:lnTo>
                    <a:pt x="1530857" y="6350"/>
                  </a:lnTo>
                </a:path>
                <a:path w="1530985" h="448945">
                  <a:moveTo>
                    <a:pt x="0" y="442023"/>
                  </a:moveTo>
                  <a:lnTo>
                    <a:pt x="1530857" y="44202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999103" y="3799738"/>
            <a:ext cx="5797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latin typeface="Arial"/>
                <a:cs typeface="Arial"/>
              </a:rPr>
              <a:t>Destination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881753" y="3799738"/>
            <a:ext cx="33528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10" dirty="0">
                <a:latin typeface="Arial"/>
                <a:cs typeface="Arial"/>
              </a:rPr>
              <a:t>Target</a:t>
            </a:r>
            <a:endParaRPr sz="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989070" y="4013098"/>
            <a:ext cx="5924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10.10.0.0/16</a:t>
            </a:r>
            <a:endParaRPr sz="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748276" y="4013098"/>
            <a:ext cx="2692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Local</a:t>
            </a:r>
            <a:endParaRPr sz="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2534" y="919099"/>
            <a:ext cx="71945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rial"/>
                <a:cs typeface="Arial"/>
              </a:rPr>
              <a:t>Route53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Public </a:t>
            </a:r>
            <a:r>
              <a:rPr sz="800" dirty="0">
                <a:latin typeface="Arial"/>
                <a:cs typeface="Arial"/>
              </a:rPr>
              <a:t>Hosted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Zone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812285" y="1462277"/>
            <a:ext cx="99821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Arial"/>
                <a:cs typeface="Arial"/>
              </a:rPr>
              <a:t>AWS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Mumbai </a:t>
            </a:r>
            <a:r>
              <a:rPr sz="800" spc="-10" dirty="0">
                <a:latin typeface="Arial"/>
                <a:cs typeface="Arial"/>
              </a:rPr>
              <a:t>Region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657341" y="1708657"/>
            <a:ext cx="283210" cy="281940"/>
            <a:chOff x="5657341" y="1708657"/>
            <a:chExt cx="283210" cy="281940"/>
          </a:xfrm>
        </p:grpSpPr>
        <p:sp>
          <p:nvSpPr>
            <p:cNvPr id="70" name="object 70"/>
            <p:cNvSpPr/>
            <p:nvPr/>
          </p:nvSpPr>
          <p:spPr>
            <a:xfrm>
              <a:off x="5670041" y="1721357"/>
              <a:ext cx="257810" cy="256540"/>
            </a:xfrm>
            <a:custGeom>
              <a:avLst/>
              <a:gdLst/>
              <a:ahLst/>
              <a:cxnLst/>
              <a:rect l="l" t="t" r="r" b="b"/>
              <a:pathLst>
                <a:path w="257810" h="256539">
                  <a:moveTo>
                    <a:pt x="128778" y="0"/>
                  </a:moveTo>
                  <a:lnTo>
                    <a:pt x="78652" y="10054"/>
                  </a:lnTo>
                  <a:lnTo>
                    <a:pt x="37719" y="37480"/>
                  </a:lnTo>
                  <a:lnTo>
                    <a:pt x="10120" y="78170"/>
                  </a:lnTo>
                  <a:lnTo>
                    <a:pt x="0" y="128015"/>
                  </a:lnTo>
                  <a:lnTo>
                    <a:pt x="10120" y="177861"/>
                  </a:lnTo>
                  <a:lnTo>
                    <a:pt x="37718" y="218551"/>
                  </a:lnTo>
                  <a:lnTo>
                    <a:pt x="78652" y="245977"/>
                  </a:lnTo>
                  <a:lnTo>
                    <a:pt x="128778" y="256031"/>
                  </a:lnTo>
                  <a:lnTo>
                    <a:pt x="178903" y="245977"/>
                  </a:lnTo>
                  <a:lnTo>
                    <a:pt x="219837" y="218551"/>
                  </a:lnTo>
                  <a:lnTo>
                    <a:pt x="247435" y="177861"/>
                  </a:lnTo>
                  <a:lnTo>
                    <a:pt x="257556" y="128015"/>
                  </a:lnTo>
                  <a:lnTo>
                    <a:pt x="247435" y="78170"/>
                  </a:lnTo>
                  <a:lnTo>
                    <a:pt x="219837" y="37480"/>
                  </a:lnTo>
                  <a:lnTo>
                    <a:pt x="178903" y="10054"/>
                  </a:lnTo>
                  <a:lnTo>
                    <a:pt x="128778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670041" y="1721357"/>
              <a:ext cx="257810" cy="256540"/>
            </a:xfrm>
            <a:custGeom>
              <a:avLst/>
              <a:gdLst/>
              <a:ahLst/>
              <a:cxnLst/>
              <a:rect l="l" t="t" r="r" b="b"/>
              <a:pathLst>
                <a:path w="257810" h="256539">
                  <a:moveTo>
                    <a:pt x="0" y="128015"/>
                  </a:moveTo>
                  <a:lnTo>
                    <a:pt x="10120" y="78170"/>
                  </a:lnTo>
                  <a:lnTo>
                    <a:pt x="37719" y="37480"/>
                  </a:lnTo>
                  <a:lnTo>
                    <a:pt x="78652" y="10054"/>
                  </a:lnTo>
                  <a:lnTo>
                    <a:pt x="128778" y="0"/>
                  </a:lnTo>
                  <a:lnTo>
                    <a:pt x="178903" y="10054"/>
                  </a:lnTo>
                  <a:lnTo>
                    <a:pt x="219837" y="37480"/>
                  </a:lnTo>
                  <a:lnTo>
                    <a:pt x="247435" y="78170"/>
                  </a:lnTo>
                  <a:lnTo>
                    <a:pt x="257556" y="128015"/>
                  </a:lnTo>
                  <a:lnTo>
                    <a:pt x="247435" y="177861"/>
                  </a:lnTo>
                  <a:lnTo>
                    <a:pt x="219837" y="218551"/>
                  </a:lnTo>
                  <a:lnTo>
                    <a:pt x="178903" y="245977"/>
                  </a:lnTo>
                  <a:lnTo>
                    <a:pt x="128778" y="256031"/>
                  </a:lnTo>
                  <a:lnTo>
                    <a:pt x="78652" y="245977"/>
                  </a:lnTo>
                  <a:lnTo>
                    <a:pt x="37718" y="218551"/>
                  </a:lnTo>
                  <a:lnTo>
                    <a:pt x="10120" y="177861"/>
                  </a:lnTo>
                  <a:lnTo>
                    <a:pt x="0" y="128015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751703" y="1756613"/>
            <a:ext cx="96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663438" y="920750"/>
            <a:ext cx="281940" cy="283210"/>
            <a:chOff x="5663438" y="920750"/>
            <a:chExt cx="281940" cy="283210"/>
          </a:xfrm>
        </p:grpSpPr>
        <p:sp>
          <p:nvSpPr>
            <p:cNvPr id="74" name="object 74"/>
            <p:cNvSpPr/>
            <p:nvPr/>
          </p:nvSpPr>
          <p:spPr>
            <a:xfrm>
              <a:off x="5676138" y="933450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09">
                  <a:moveTo>
                    <a:pt x="128015" y="0"/>
                  </a:moveTo>
                  <a:lnTo>
                    <a:pt x="78170" y="10120"/>
                  </a:lnTo>
                  <a:lnTo>
                    <a:pt x="37480" y="37719"/>
                  </a:lnTo>
                  <a:lnTo>
                    <a:pt x="10054" y="78652"/>
                  </a:lnTo>
                  <a:lnTo>
                    <a:pt x="0" y="128777"/>
                  </a:lnTo>
                  <a:lnTo>
                    <a:pt x="10054" y="178903"/>
                  </a:lnTo>
                  <a:lnTo>
                    <a:pt x="37480" y="219837"/>
                  </a:lnTo>
                  <a:lnTo>
                    <a:pt x="78170" y="247435"/>
                  </a:lnTo>
                  <a:lnTo>
                    <a:pt x="128015" y="257555"/>
                  </a:lnTo>
                  <a:lnTo>
                    <a:pt x="177861" y="247435"/>
                  </a:lnTo>
                  <a:lnTo>
                    <a:pt x="218551" y="219837"/>
                  </a:lnTo>
                  <a:lnTo>
                    <a:pt x="245977" y="178903"/>
                  </a:lnTo>
                  <a:lnTo>
                    <a:pt x="256032" y="128777"/>
                  </a:lnTo>
                  <a:lnTo>
                    <a:pt x="245977" y="78652"/>
                  </a:lnTo>
                  <a:lnTo>
                    <a:pt x="218551" y="37719"/>
                  </a:lnTo>
                  <a:lnTo>
                    <a:pt x="177861" y="10120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676138" y="933450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09">
                  <a:moveTo>
                    <a:pt x="0" y="128777"/>
                  </a:moveTo>
                  <a:lnTo>
                    <a:pt x="10054" y="78652"/>
                  </a:lnTo>
                  <a:lnTo>
                    <a:pt x="37480" y="37719"/>
                  </a:lnTo>
                  <a:lnTo>
                    <a:pt x="78170" y="10120"/>
                  </a:lnTo>
                  <a:lnTo>
                    <a:pt x="128015" y="0"/>
                  </a:lnTo>
                  <a:lnTo>
                    <a:pt x="177861" y="10120"/>
                  </a:lnTo>
                  <a:lnTo>
                    <a:pt x="218551" y="37719"/>
                  </a:lnTo>
                  <a:lnTo>
                    <a:pt x="245977" y="78652"/>
                  </a:lnTo>
                  <a:lnTo>
                    <a:pt x="256032" y="128777"/>
                  </a:lnTo>
                  <a:lnTo>
                    <a:pt x="245977" y="178903"/>
                  </a:lnTo>
                  <a:lnTo>
                    <a:pt x="218551" y="219837"/>
                  </a:lnTo>
                  <a:lnTo>
                    <a:pt x="177861" y="247435"/>
                  </a:lnTo>
                  <a:lnTo>
                    <a:pt x="128015" y="257555"/>
                  </a:lnTo>
                  <a:lnTo>
                    <a:pt x="78170" y="247435"/>
                  </a:lnTo>
                  <a:lnTo>
                    <a:pt x="37480" y="219837"/>
                  </a:lnTo>
                  <a:lnTo>
                    <a:pt x="10054" y="178903"/>
                  </a:lnTo>
                  <a:lnTo>
                    <a:pt x="0" y="128777"/>
                  </a:lnTo>
                  <a:close/>
                </a:path>
              </a:pathLst>
            </a:custGeom>
            <a:ln w="25399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756909" y="970025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678678" y="2357882"/>
            <a:ext cx="283210" cy="283210"/>
            <a:chOff x="5678678" y="2357882"/>
            <a:chExt cx="283210" cy="283210"/>
          </a:xfrm>
        </p:grpSpPr>
        <p:sp>
          <p:nvSpPr>
            <p:cNvPr id="78" name="object 78"/>
            <p:cNvSpPr/>
            <p:nvPr/>
          </p:nvSpPr>
          <p:spPr>
            <a:xfrm>
              <a:off x="5691378" y="2370582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128777" y="0"/>
                  </a:moveTo>
                  <a:lnTo>
                    <a:pt x="78652" y="10120"/>
                  </a:lnTo>
                  <a:lnTo>
                    <a:pt x="37719" y="37718"/>
                  </a:lnTo>
                  <a:lnTo>
                    <a:pt x="10120" y="78652"/>
                  </a:lnTo>
                  <a:lnTo>
                    <a:pt x="0" y="128778"/>
                  </a:lnTo>
                  <a:lnTo>
                    <a:pt x="10120" y="178903"/>
                  </a:lnTo>
                  <a:lnTo>
                    <a:pt x="37719" y="219837"/>
                  </a:lnTo>
                  <a:lnTo>
                    <a:pt x="78652" y="247435"/>
                  </a:lnTo>
                  <a:lnTo>
                    <a:pt x="128777" y="257556"/>
                  </a:lnTo>
                  <a:lnTo>
                    <a:pt x="178903" y="247435"/>
                  </a:lnTo>
                  <a:lnTo>
                    <a:pt x="219837" y="219837"/>
                  </a:lnTo>
                  <a:lnTo>
                    <a:pt x="247435" y="178903"/>
                  </a:lnTo>
                  <a:lnTo>
                    <a:pt x="257556" y="128778"/>
                  </a:lnTo>
                  <a:lnTo>
                    <a:pt x="247435" y="78652"/>
                  </a:lnTo>
                  <a:lnTo>
                    <a:pt x="219837" y="37718"/>
                  </a:lnTo>
                  <a:lnTo>
                    <a:pt x="178903" y="10120"/>
                  </a:lnTo>
                  <a:lnTo>
                    <a:pt x="128777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91378" y="2370582"/>
              <a:ext cx="257810" cy="257810"/>
            </a:xfrm>
            <a:custGeom>
              <a:avLst/>
              <a:gdLst/>
              <a:ahLst/>
              <a:cxnLst/>
              <a:rect l="l" t="t" r="r" b="b"/>
              <a:pathLst>
                <a:path w="257810" h="257810">
                  <a:moveTo>
                    <a:pt x="0" y="128778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7" y="0"/>
                  </a:lnTo>
                  <a:lnTo>
                    <a:pt x="178903" y="10120"/>
                  </a:lnTo>
                  <a:lnTo>
                    <a:pt x="219837" y="37718"/>
                  </a:lnTo>
                  <a:lnTo>
                    <a:pt x="247435" y="78652"/>
                  </a:lnTo>
                  <a:lnTo>
                    <a:pt x="257556" y="128778"/>
                  </a:lnTo>
                  <a:lnTo>
                    <a:pt x="247435" y="178903"/>
                  </a:lnTo>
                  <a:lnTo>
                    <a:pt x="219837" y="219837"/>
                  </a:lnTo>
                  <a:lnTo>
                    <a:pt x="178903" y="247435"/>
                  </a:lnTo>
                  <a:lnTo>
                    <a:pt x="128777" y="257556"/>
                  </a:lnTo>
                  <a:lnTo>
                    <a:pt x="78652" y="247435"/>
                  </a:lnTo>
                  <a:lnTo>
                    <a:pt x="37719" y="219837"/>
                  </a:lnTo>
                  <a:lnTo>
                    <a:pt x="10120" y="178903"/>
                  </a:lnTo>
                  <a:lnTo>
                    <a:pt x="0" y="128778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773039" y="2406776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5686297" y="2938526"/>
            <a:ext cx="281940" cy="283210"/>
            <a:chOff x="5686297" y="2938526"/>
            <a:chExt cx="281940" cy="283210"/>
          </a:xfrm>
        </p:grpSpPr>
        <p:sp>
          <p:nvSpPr>
            <p:cNvPr id="82" name="object 82"/>
            <p:cNvSpPr/>
            <p:nvPr/>
          </p:nvSpPr>
          <p:spPr>
            <a:xfrm>
              <a:off x="5698997" y="2951226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10">
                  <a:moveTo>
                    <a:pt x="128015" y="0"/>
                  </a:moveTo>
                  <a:lnTo>
                    <a:pt x="78170" y="10120"/>
                  </a:lnTo>
                  <a:lnTo>
                    <a:pt x="37480" y="37718"/>
                  </a:lnTo>
                  <a:lnTo>
                    <a:pt x="10054" y="78652"/>
                  </a:lnTo>
                  <a:lnTo>
                    <a:pt x="0" y="128778"/>
                  </a:lnTo>
                  <a:lnTo>
                    <a:pt x="10054" y="178903"/>
                  </a:lnTo>
                  <a:lnTo>
                    <a:pt x="37480" y="219837"/>
                  </a:lnTo>
                  <a:lnTo>
                    <a:pt x="78170" y="247435"/>
                  </a:lnTo>
                  <a:lnTo>
                    <a:pt x="128015" y="257556"/>
                  </a:lnTo>
                  <a:lnTo>
                    <a:pt x="177861" y="247435"/>
                  </a:lnTo>
                  <a:lnTo>
                    <a:pt x="218551" y="219837"/>
                  </a:lnTo>
                  <a:lnTo>
                    <a:pt x="245977" y="178903"/>
                  </a:lnTo>
                  <a:lnTo>
                    <a:pt x="256031" y="128778"/>
                  </a:lnTo>
                  <a:lnTo>
                    <a:pt x="245977" y="78652"/>
                  </a:lnTo>
                  <a:lnTo>
                    <a:pt x="218551" y="37718"/>
                  </a:lnTo>
                  <a:lnTo>
                    <a:pt x="177861" y="10120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98997" y="2951226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10">
                  <a:moveTo>
                    <a:pt x="0" y="128778"/>
                  </a:moveTo>
                  <a:lnTo>
                    <a:pt x="10054" y="78652"/>
                  </a:lnTo>
                  <a:lnTo>
                    <a:pt x="37480" y="37718"/>
                  </a:lnTo>
                  <a:lnTo>
                    <a:pt x="78170" y="10120"/>
                  </a:lnTo>
                  <a:lnTo>
                    <a:pt x="128015" y="0"/>
                  </a:lnTo>
                  <a:lnTo>
                    <a:pt x="177861" y="10120"/>
                  </a:lnTo>
                  <a:lnTo>
                    <a:pt x="218551" y="37718"/>
                  </a:lnTo>
                  <a:lnTo>
                    <a:pt x="245977" y="78652"/>
                  </a:lnTo>
                  <a:lnTo>
                    <a:pt x="256031" y="128778"/>
                  </a:lnTo>
                  <a:lnTo>
                    <a:pt x="245977" y="178903"/>
                  </a:lnTo>
                  <a:lnTo>
                    <a:pt x="218551" y="219837"/>
                  </a:lnTo>
                  <a:lnTo>
                    <a:pt x="177861" y="247435"/>
                  </a:lnTo>
                  <a:lnTo>
                    <a:pt x="128015" y="257556"/>
                  </a:lnTo>
                  <a:lnTo>
                    <a:pt x="78170" y="247435"/>
                  </a:lnTo>
                  <a:lnTo>
                    <a:pt x="37480" y="219837"/>
                  </a:lnTo>
                  <a:lnTo>
                    <a:pt x="10054" y="178903"/>
                  </a:lnTo>
                  <a:lnTo>
                    <a:pt x="0" y="128778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5779770" y="2988055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5686297" y="3798061"/>
            <a:ext cx="281940" cy="283210"/>
            <a:chOff x="5686297" y="3798061"/>
            <a:chExt cx="281940" cy="283210"/>
          </a:xfrm>
        </p:grpSpPr>
        <p:sp>
          <p:nvSpPr>
            <p:cNvPr id="86" name="object 86"/>
            <p:cNvSpPr/>
            <p:nvPr/>
          </p:nvSpPr>
          <p:spPr>
            <a:xfrm>
              <a:off x="5698997" y="3810761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10">
                  <a:moveTo>
                    <a:pt x="128015" y="0"/>
                  </a:moveTo>
                  <a:lnTo>
                    <a:pt x="78170" y="10120"/>
                  </a:lnTo>
                  <a:lnTo>
                    <a:pt x="37480" y="37718"/>
                  </a:lnTo>
                  <a:lnTo>
                    <a:pt x="10054" y="78652"/>
                  </a:lnTo>
                  <a:lnTo>
                    <a:pt x="0" y="128778"/>
                  </a:lnTo>
                  <a:lnTo>
                    <a:pt x="10054" y="178903"/>
                  </a:lnTo>
                  <a:lnTo>
                    <a:pt x="37480" y="219837"/>
                  </a:lnTo>
                  <a:lnTo>
                    <a:pt x="78170" y="247435"/>
                  </a:lnTo>
                  <a:lnTo>
                    <a:pt x="128015" y="257556"/>
                  </a:lnTo>
                  <a:lnTo>
                    <a:pt x="177861" y="247435"/>
                  </a:lnTo>
                  <a:lnTo>
                    <a:pt x="218551" y="219836"/>
                  </a:lnTo>
                  <a:lnTo>
                    <a:pt x="245977" y="178903"/>
                  </a:lnTo>
                  <a:lnTo>
                    <a:pt x="256031" y="128778"/>
                  </a:lnTo>
                  <a:lnTo>
                    <a:pt x="245977" y="78652"/>
                  </a:lnTo>
                  <a:lnTo>
                    <a:pt x="218551" y="37718"/>
                  </a:lnTo>
                  <a:lnTo>
                    <a:pt x="177861" y="10120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698997" y="3810761"/>
              <a:ext cx="256540" cy="257810"/>
            </a:xfrm>
            <a:custGeom>
              <a:avLst/>
              <a:gdLst/>
              <a:ahLst/>
              <a:cxnLst/>
              <a:rect l="l" t="t" r="r" b="b"/>
              <a:pathLst>
                <a:path w="256539" h="257810">
                  <a:moveTo>
                    <a:pt x="0" y="128778"/>
                  </a:moveTo>
                  <a:lnTo>
                    <a:pt x="10054" y="78652"/>
                  </a:lnTo>
                  <a:lnTo>
                    <a:pt x="37480" y="37718"/>
                  </a:lnTo>
                  <a:lnTo>
                    <a:pt x="78170" y="10120"/>
                  </a:lnTo>
                  <a:lnTo>
                    <a:pt x="128015" y="0"/>
                  </a:lnTo>
                  <a:lnTo>
                    <a:pt x="177861" y="10120"/>
                  </a:lnTo>
                  <a:lnTo>
                    <a:pt x="218551" y="37718"/>
                  </a:lnTo>
                  <a:lnTo>
                    <a:pt x="245977" y="78652"/>
                  </a:lnTo>
                  <a:lnTo>
                    <a:pt x="256031" y="128778"/>
                  </a:lnTo>
                  <a:lnTo>
                    <a:pt x="245977" y="178903"/>
                  </a:lnTo>
                  <a:lnTo>
                    <a:pt x="218551" y="219836"/>
                  </a:lnTo>
                  <a:lnTo>
                    <a:pt x="177861" y="247435"/>
                  </a:lnTo>
                  <a:lnTo>
                    <a:pt x="128015" y="257556"/>
                  </a:lnTo>
                  <a:lnTo>
                    <a:pt x="78170" y="247435"/>
                  </a:lnTo>
                  <a:lnTo>
                    <a:pt x="37480" y="219837"/>
                  </a:lnTo>
                  <a:lnTo>
                    <a:pt x="10054" y="178903"/>
                  </a:lnTo>
                  <a:lnTo>
                    <a:pt x="0" y="128778"/>
                  </a:lnTo>
                  <a:close/>
                </a:path>
              </a:pathLst>
            </a:custGeom>
            <a:ln w="25400">
              <a:solidFill>
                <a:srgbClr val="BB7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5779770" y="3847591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1825751" y="2363470"/>
            <a:ext cx="2707005" cy="2175510"/>
            <a:chOff x="1825751" y="2363470"/>
            <a:chExt cx="2707005" cy="2175510"/>
          </a:xfrm>
        </p:grpSpPr>
        <p:sp>
          <p:nvSpPr>
            <p:cNvPr id="90" name="object 90"/>
            <p:cNvSpPr/>
            <p:nvPr/>
          </p:nvSpPr>
          <p:spPr>
            <a:xfrm>
              <a:off x="1825751" y="3265932"/>
              <a:ext cx="76200" cy="577850"/>
            </a:xfrm>
            <a:custGeom>
              <a:avLst/>
              <a:gdLst/>
              <a:ahLst/>
              <a:cxnLst/>
              <a:rect l="l" t="t" r="r" b="b"/>
              <a:pathLst>
                <a:path w="76200" h="577850">
                  <a:moveTo>
                    <a:pt x="44450" y="0"/>
                  </a:moveTo>
                  <a:lnTo>
                    <a:pt x="31750" y="0"/>
                  </a:lnTo>
                  <a:lnTo>
                    <a:pt x="31750" y="101600"/>
                  </a:lnTo>
                  <a:lnTo>
                    <a:pt x="44450" y="101600"/>
                  </a:lnTo>
                  <a:lnTo>
                    <a:pt x="44450" y="0"/>
                  </a:lnTo>
                  <a:close/>
                </a:path>
                <a:path w="76200" h="577850">
                  <a:moveTo>
                    <a:pt x="44450" y="139700"/>
                  </a:moveTo>
                  <a:lnTo>
                    <a:pt x="31750" y="13970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139700"/>
                  </a:lnTo>
                  <a:close/>
                </a:path>
                <a:path w="76200" h="577850">
                  <a:moveTo>
                    <a:pt x="44450" y="282575"/>
                  </a:moveTo>
                  <a:lnTo>
                    <a:pt x="38100" y="282575"/>
                  </a:lnTo>
                  <a:lnTo>
                    <a:pt x="31750" y="288925"/>
                  </a:lnTo>
                  <a:lnTo>
                    <a:pt x="31750" y="381000"/>
                  </a:lnTo>
                  <a:lnTo>
                    <a:pt x="44450" y="381000"/>
                  </a:lnTo>
                  <a:lnTo>
                    <a:pt x="44450" y="295275"/>
                  </a:lnTo>
                  <a:lnTo>
                    <a:pt x="38100" y="295275"/>
                  </a:lnTo>
                  <a:lnTo>
                    <a:pt x="44450" y="288925"/>
                  </a:lnTo>
                  <a:lnTo>
                    <a:pt x="44450" y="282575"/>
                  </a:lnTo>
                  <a:close/>
                </a:path>
                <a:path w="76200" h="577850">
                  <a:moveTo>
                    <a:pt x="44450" y="288925"/>
                  </a:moveTo>
                  <a:lnTo>
                    <a:pt x="38100" y="295275"/>
                  </a:lnTo>
                  <a:lnTo>
                    <a:pt x="41656" y="295275"/>
                  </a:lnTo>
                  <a:lnTo>
                    <a:pt x="44450" y="292481"/>
                  </a:lnTo>
                  <a:lnTo>
                    <a:pt x="44450" y="288925"/>
                  </a:lnTo>
                  <a:close/>
                </a:path>
                <a:path w="76200" h="577850">
                  <a:moveTo>
                    <a:pt x="44450" y="292481"/>
                  </a:moveTo>
                  <a:lnTo>
                    <a:pt x="41656" y="295275"/>
                  </a:lnTo>
                  <a:lnTo>
                    <a:pt x="44450" y="295275"/>
                  </a:lnTo>
                  <a:lnTo>
                    <a:pt x="44450" y="292481"/>
                  </a:lnTo>
                  <a:close/>
                </a:path>
                <a:path w="76200" h="577850">
                  <a:moveTo>
                    <a:pt x="38100" y="282575"/>
                  </a:moveTo>
                  <a:lnTo>
                    <a:pt x="34543" y="282575"/>
                  </a:lnTo>
                  <a:lnTo>
                    <a:pt x="31750" y="285369"/>
                  </a:lnTo>
                  <a:lnTo>
                    <a:pt x="31750" y="288925"/>
                  </a:lnTo>
                  <a:lnTo>
                    <a:pt x="38100" y="282575"/>
                  </a:lnTo>
                  <a:close/>
                </a:path>
                <a:path w="76200" h="577850">
                  <a:moveTo>
                    <a:pt x="44450" y="279400"/>
                  </a:moveTo>
                  <a:lnTo>
                    <a:pt x="31750" y="279400"/>
                  </a:lnTo>
                  <a:lnTo>
                    <a:pt x="31750" y="285369"/>
                  </a:lnTo>
                  <a:lnTo>
                    <a:pt x="34543" y="282575"/>
                  </a:lnTo>
                  <a:lnTo>
                    <a:pt x="44450" y="282575"/>
                  </a:lnTo>
                  <a:lnTo>
                    <a:pt x="44450" y="279400"/>
                  </a:lnTo>
                  <a:close/>
                </a:path>
                <a:path w="76200" h="577850">
                  <a:moveTo>
                    <a:pt x="31750" y="501650"/>
                  </a:moveTo>
                  <a:lnTo>
                    <a:pt x="0" y="501650"/>
                  </a:lnTo>
                  <a:lnTo>
                    <a:pt x="38100" y="577850"/>
                  </a:lnTo>
                  <a:lnTo>
                    <a:pt x="69850" y="514350"/>
                  </a:lnTo>
                  <a:lnTo>
                    <a:pt x="31750" y="514350"/>
                  </a:lnTo>
                  <a:lnTo>
                    <a:pt x="31750" y="501650"/>
                  </a:lnTo>
                  <a:close/>
                </a:path>
                <a:path w="76200" h="577850">
                  <a:moveTo>
                    <a:pt x="44450" y="419100"/>
                  </a:moveTo>
                  <a:lnTo>
                    <a:pt x="31750" y="419100"/>
                  </a:lnTo>
                  <a:lnTo>
                    <a:pt x="31750" y="514350"/>
                  </a:lnTo>
                  <a:lnTo>
                    <a:pt x="44450" y="514350"/>
                  </a:lnTo>
                  <a:lnTo>
                    <a:pt x="44450" y="419100"/>
                  </a:lnTo>
                  <a:close/>
                </a:path>
                <a:path w="76200" h="577850">
                  <a:moveTo>
                    <a:pt x="76200" y="501650"/>
                  </a:moveTo>
                  <a:lnTo>
                    <a:pt x="44450" y="501650"/>
                  </a:lnTo>
                  <a:lnTo>
                    <a:pt x="44450" y="514350"/>
                  </a:lnTo>
                  <a:lnTo>
                    <a:pt x="69850" y="514350"/>
                  </a:lnTo>
                  <a:lnTo>
                    <a:pt x="76200" y="501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811779" y="2369820"/>
              <a:ext cx="1714500" cy="2162810"/>
            </a:xfrm>
            <a:custGeom>
              <a:avLst/>
              <a:gdLst/>
              <a:ahLst/>
              <a:cxnLst/>
              <a:rect l="l" t="t" r="r" b="b"/>
              <a:pathLst>
                <a:path w="1714500" h="2162810">
                  <a:moveTo>
                    <a:pt x="0" y="2162556"/>
                  </a:moveTo>
                  <a:lnTo>
                    <a:pt x="1714499" y="2162556"/>
                  </a:lnTo>
                  <a:lnTo>
                    <a:pt x="1714499" y="0"/>
                  </a:lnTo>
                  <a:lnTo>
                    <a:pt x="0" y="0"/>
                  </a:lnTo>
                  <a:lnTo>
                    <a:pt x="0" y="2162556"/>
                  </a:lnTo>
                  <a:close/>
                </a:path>
              </a:pathLst>
            </a:custGeom>
            <a:ln w="12699">
              <a:solidFill>
                <a:srgbClr val="78909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286505" y="2422906"/>
            <a:ext cx="76644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78909C"/>
                </a:solidFill>
                <a:latin typeface="Arial"/>
                <a:cs typeface="Arial"/>
              </a:rPr>
              <a:t>Availability</a:t>
            </a:r>
            <a:r>
              <a:rPr sz="800" spc="-50" dirty="0">
                <a:solidFill>
                  <a:srgbClr val="78909C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78909C"/>
                </a:solidFill>
                <a:latin typeface="Arial"/>
                <a:cs typeface="Arial"/>
              </a:rPr>
              <a:t>Zone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xfrm>
            <a:off x="332638" y="225933"/>
            <a:ext cx="4870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Architecture</a:t>
            </a:r>
            <a:r>
              <a:rPr spc="-7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dirty="0"/>
              <a:t>High</a:t>
            </a:r>
            <a:r>
              <a:rPr spc="-55" dirty="0"/>
              <a:t> </a:t>
            </a:r>
            <a:r>
              <a:rPr dirty="0"/>
              <a:t>level</a:t>
            </a:r>
            <a:r>
              <a:rPr spc="-75" dirty="0"/>
              <a:t> </a:t>
            </a:r>
            <a:r>
              <a:rPr spc="-10" dirty="0"/>
              <a:t>steps</a:t>
            </a:r>
          </a:p>
        </p:txBody>
      </p:sp>
      <p:sp>
        <p:nvSpPr>
          <p:cNvPr id="94" name="object 94"/>
          <p:cNvSpPr/>
          <p:nvPr/>
        </p:nvSpPr>
        <p:spPr>
          <a:xfrm>
            <a:off x="1683286" y="3876668"/>
            <a:ext cx="408940" cy="407670"/>
          </a:xfrm>
          <a:custGeom>
            <a:avLst/>
            <a:gdLst/>
            <a:ahLst/>
            <a:cxnLst/>
            <a:rect l="l" t="t" r="r" b="b"/>
            <a:pathLst>
              <a:path w="408939" h="407670">
                <a:moveTo>
                  <a:pt x="354188" y="0"/>
                </a:moveTo>
                <a:lnTo>
                  <a:pt x="53451" y="0"/>
                </a:lnTo>
                <a:lnTo>
                  <a:pt x="15671" y="16509"/>
                </a:lnTo>
                <a:lnTo>
                  <a:pt x="0" y="53339"/>
                </a:lnTo>
                <a:lnTo>
                  <a:pt x="0" y="354329"/>
                </a:lnTo>
                <a:lnTo>
                  <a:pt x="15671" y="392429"/>
                </a:lnTo>
                <a:lnTo>
                  <a:pt x="53451" y="407670"/>
                </a:lnTo>
                <a:lnTo>
                  <a:pt x="236242" y="407670"/>
                </a:lnTo>
                <a:lnTo>
                  <a:pt x="236242" y="389890"/>
                </a:lnTo>
                <a:lnTo>
                  <a:pt x="53451" y="389890"/>
                </a:lnTo>
                <a:lnTo>
                  <a:pt x="39898" y="387350"/>
                </a:lnTo>
                <a:lnTo>
                  <a:pt x="28815" y="379729"/>
                </a:lnTo>
                <a:lnTo>
                  <a:pt x="21336" y="368299"/>
                </a:lnTo>
                <a:lnTo>
                  <a:pt x="18591" y="354329"/>
                </a:lnTo>
                <a:lnTo>
                  <a:pt x="18591" y="53339"/>
                </a:lnTo>
                <a:lnTo>
                  <a:pt x="21335" y="40639"/>
                </a:lnTo>
                <a:lnTo>
                  <a:pt x="28815" y="29209"/>
                </a:lnTo>
                <a:lnTo>
                  <a:pt x="39897" y="21589"/>
                </a:lnTo>
                <a:lnTo>
                  <a:pt x="53451" y="19050"/>
                </a:lnTo>
                <a:lnTo>
                  <a:pt x="393733" y="19050"/>
                </a:lnTo>
                <a:lnTo>
                  <a:pt x="391969" y="16510"/>
                </a:lnTo>
                <a:lnTo>
                  <a:pt x="374978" y="5080"/>
                </a:lnTo>
                <a:lnTo>
                  <a:pt x="354188" y="0"/>
                </a:lnTo>
                <a:close/>
              </a:path>
              <a:path w="408939" h="407670">
                <a:moveTo>
                  <a:pt x="325403" y="165100"/>
                </a:moveTo>
                <a:lnTo>
                  <a:pt x="294932" y="167640"/>
                </a:lnTo>
                <a:lnTo>
                  <a:pt x="268244" y="173990"/>
                </a:lnTo>
                <a:lnTo>
                  <a:pt x="249315" y="186690"/>
                </a:lnTo>
                <a:lnTo>
                  <a:pt x="242122" y="203200"/>
                </a:lnTo>
                <a:lnTo>
                  <a:pt x="242122" y="368300"/>
                </a:lnTo>
                <a:lnTo>
                  <a:pt x="249315" y="384810"/>
                </a:lnTo>
                <a:lnTo>
                  <a:pt x="268244" y="396240"/>
                </a:lnTo>
                <a:lnTo>
                  <a:pt x="294932" y="403860"/>
                </a:lnTo>
                <a:lnTo>
                  <a:pt x="325403" y="406400"/>
                </a:lnTo>
                <a:lnTo>
                  <a:pt x="355869" y="403860"/>
                </a:lnTo>
                <a:lnTo>
                  <a:pt x="382554" y="396240"/>
                </a:lnTo>
                <a:lnTo>
                  <a:pt x="397277" y="387350"/>
                </a:lnTo>
                <a:lnTo>
                  <a:pt x="325403" y="387350"/>
                </a:lnTo>
                <a:lnTo>
                  <a:pt x="297288" y="384810"/>
                </a:lnTo>
                <a:lnTo>
                  <a:pt x="277052" y="379730"/>
                </a:lnTo>
                <a:lnTo>
                  <a:pt x="264818" y="373380"/>
                </a:lnTo>
                <a:lnTo>
                  <a:pt x="260713" y="368300"/>
                </a:lnTo>
                <a:lnTo>
                  <a:pt x="260713" y="341630"/>
                </a:lnTo>
                <a:lnTo>
                  <a:pt x="408676" y="341630"/>
                </a:lnTo>
                <a:lnTo>
                  <a:pt x="408676" y="336550"/>
                </a:lnTo>
                <a:lnTo>
                  <a:pt x="325403" y="336550"/>
                </a:lnTo>
                <a:lnTo>
                  <a:pt x="277052" y="328930"/>
                </a:lnTo>
                <a:lnTo>
                  <a:pt x="260713" y="285750"/>
                </a:lnTo>
                <a:lnTo>
                  <a:pt x="408676" y="285750"/>
                </a:lnTo>
                <a:lnTo>
                  <a:pt x="408676" y="280670"/>
                </a:lnTo>
                <a:lnTo>
                  <a:pt x="325403" y="280670"/>
                </a:lnTo>
                <a:lnTo>
                  <a:pt x="277052" y="273050"/>
                </a:lnTo>
                <a:lnTo>
                  <a:pt x="260713" y="227330"/>
                </a:lnTo>
                <a:lnTo>
                  <a:pt x="408676" y="227330"/>
                </a:lnTo>
                <a:lnTo>
                  <a:pt x="408676" y="222250"/>
                </a:lnTo>
                <a:lnTo>
                  <a:pt x="325403" y="222250"/>
                </a:lnTo>
                <a:lnTo>
                  <a:pt x="277052" y="214630"/>
                </a:lnTo>
                <a:lnTo>
                  <a:pt x="260713" y="203200"/>
                </a:lnTo>
                <a:lnTo>
                  <a:pt x="264818" y="196850"/>
                </a:lnTo>
                <a:lnTo>
                  <a:pt x="277052" y="190500"/>
                </a:lnTo>
                <a:lnTo>
                  <a:pt x="297288" y="185420"/>
                </a:lnTo>
                <a:lnTo>
                  <a:pt x="325403" y="182880"/>
                </a:lnTo>
                <a:lnTo>
                  <a:pt x="395804" y="182880"/>
                </a:lnTo>
                <a:lnTo>
                  <a:pt x="382554" y="173990"/>
                </a:lnTo>
                <a:lnTo>
                  <a:pt x="355869" y="167640"/>
                </a:lnTo>
                <a:lnTo>
                  <a:pt x="325403" y="165100"/>
                </a:lnTo>
                <a:close/>
              </a:path>
              <a:path w="408939" h="407670">
                <a:moveTo>
                  <a:pt x="408676" y="341630"/>
                </a:moveTo>
                <a:lnTo>
                  <a:pt x="390085" y="341630"/>
                </a:lnTo>
                <a:lnTo>
                  <a:pt x="390085" y="368300"/>
                </a:lnTo>
                <a:lnTo>
                  <a:pt x="385979" y="373380"/>
                </a:lnTo>
                <a:lnTo>
                  <a:pt x="373747" y="379730"/>
                </a:lnTo>
                <a:lnTo>
                  <a:pt x="353513" y="384810"/>
                </a:lnTo>
                <a:lnTo>
                  <a:pt x="325403" y="387350"/>
                </a:lnTo>
                <a:lnTo>
                  <a:pt x="397277" y="387350"/>
                </a:lnTo>
                <a:lnTo>
                  <a:pt x="401483" y="384810"/>
                </a:lnTo>
                <a:lnTo>
                  <a:pt x="408676" y="368300"/>
                </a:lnTo>
                <a:lnTo>
                  <a:pt x="408676" y="341630"/>
                </a:lnTo>
                <a:close/>
              </a:path>
              <a:path w="408939" h="407670">
                <a:moveTo>
                  <a:pt x="390085" y="341630"/>
                </a:moveTo>
                <a:lnTo>
                  <a:pt x="260713" y="341630"/>
                </a:lnTo>
                <a:lnTo>
                  <a:pt x="274191" y="347980"/>
                </a:lnTo>
                <a:lnTo>
                  <a:pt x="289990" y="351790"/>
                </a:lnTo>
                <a:lnTo>
                  <a:pt x="307323" y="354330"/>
                </a:lnTo>
                <a:lnTo>
                  <a:pt x="325403" y="355600"/>
                </a:lnTo>
                <a:lnTo>
                  <a:pt x="343481" y="354330"/>
                </a:lnTo>
                <a:lnTo>
                  <a:pt x="360811" y="351790"/>
                </a:lnTo>
                <a:lnTo>
                  <a:pt x="376608" y="347980"/>
                </a:lnTo>
                <a:lnTo>
                  <a:pt x="390085" y="341630"/>
                </a:lnTo>
                <a:close/>
              </a:path>
              <a:path w="408939" h="407670">
                <a:moveTo>
                  <a:pt x="408676" y="285750"/>
                </a:moveTo>
                <a:lnTo>
                  <a:pt x="390085" y="285750"/>
                </a:lnTo>
                <a:lnTo>
                  <a:pt x="390085" y="317500"/>
                </a:lnTo>
                <a:lnTo>
                  <a:pt x="385979" y="322580"/>
                </a:lnTo>
                <a:lnTo>
                  <a:pt x="373747" y="328930"/>
                </a:lnTo>
                <a:lnTo>
                  <a:pt x="353513" y="334010"/>
                </a:lnTo>
                <a:lnTo>
                  <a:pt x="325403" y="336550"/>
                </a:lnTo>
                <a:lnTo>
                  <a:pt x="408676" y="336550"/>
                </a:lnTo>
                <a:lnTo>
                  <a:pt x="408676" y="285750"/>
                </a:lnTo>
                <a:close/>
              </a:path>
              <a:path w="408939" h="407670">
                <a:moveTo>
                  <a:pt x="390085" y="285750"/>
                </a:moveTo>
                <a:lnTo>
                  <a:pt x="260713" y="285750"/>
                </a:lnTo>
                <a:lnTo>
                  <a:pt x="274191" y="290830"/>
                </a:lnTo>
                <a:lnTo>
                  <a:pt x="289990" y="295910"/>
                </a:lnTo>
                <a:lnTo>
                  <a:pt x="307323" y="298450"/>
                </a:lnTo>
                <a:lnTo>
                  <a:pt x="343481" y="298450"/>
                </a:lnTo>
                <a:lnTo>
                  <a:pt x="360811" y="295910"/>
                </a:lnTo>
                <a:lnTo>
                  <a:pt x="376608" y="290830"/>
                </a:lnTo>
                <a:lnTo>
                  <a:pt x="390085" y="285750"/>
                </a:lnTo>
                <a:close/>
              </a:path>
              <a:path w="408939" h="407670">
                <a:moveTo>
                  <a:pt x="408676" y="227330"/>
                </a:moveTo>
                <a:lnTo>
                  <a:pt x="390085" y="227330"/>
                </a:lnTo>
                <a:lnTo>
                  <a:pt x="390085" y="260350"/>
                </a:lnTo>
                <a:lnTo>
                  <a:pt x="385979" y="266700"/>
                </a:lnTo>
                <a:lnTo>
                  <a:pt x="373747" y="273050"/>
                </a:lnTo>
                <a:lnTo>
                  <a:pt x="353513" y="278130"/>
                </a:lnTo>
                <a:lnTo>
                  <a:pt x="325403" y="280670"/>
                </a:lnTo>
                <a:lnTo>
                  <a:pt x="408676" y="280670"/>
                </a:lnTo>
                <a:lnTo>
                  <a:pt x="408676" y="227330"/>
                </a:lnTo>
                <a:close/>
              </a:path>
              <a:path w="408939" h="407670">
                <a:moveTo>
                  <a:pt x="390085" y="227330"/>
                </a:moveTo>
                <a:lnTo>
                  <a:pt x="260713" y="227330"/>
                </a:lnTo>
                <a:lnTo>
                  <a:pt x="274191" y="233680"/>
                </a:lnTo>
                <a:lnTo>
                  <a:pt x="289990" y="237490"/>
                </a:lnTo>
                <a:lnTo>
                  <a:pt x="307323" y="240030"/>
                </a:lnTo>
                <a:lnTo>
                  <a:pt x="325403" y="241300"/>
                </a:lnTo>
                <a:lnTo>
                  <a:pt x="343481" y="240030"/>
                </a:lnTo>
                <a:lnTo>
                  <a:pt x="360811" y="237490"/>
                </a:lnTo>
                <a:lnTo>
                  <a:pt x="376608" y="233680"/>
                </a:lnTo>
                <a:lnTo>
                  <a:pt x="390085" y="227330"/>
                </a:lnTo>
                <a:close/>
              </a:path>
              <a:path w="408939" h="407670">
                <a:moveTo>
                  <a:pt x="395804" y="182880"/>
                </a:moveTo>
                <a:lnTo>
                  <a:pt x="325403" y="182880"/>
                </a:lnTo>
                <a:lnTo>
                  <a:pt x="353513" y="185420"/>
                </a:lnTo>
                <a:lnTo>
                  <a:pt x="373747" y="190500"/>
                </a:lnTo>
                <a:lnTo>
                  <a:pt x="385979" y="196850"/>
                </a:lnTo>
                <a:lnTo>
                  <a:pt x="390085" y="203200"/>
                </a:lnTo>
                <a:lnTo>
                  <a:pt x="385979" y="208280"/>
                </a:lnTo>
                <a:lnTo>
                  <a:pt x="373747" y="214630"/>
                </a:lnTo>
                <a:lnTo>
                  <a:pt x="353513" y="219710"/>
                </a:lnTo>
                <a:lnTo>
                  <a:pt x="325403" y="222250"/>
                </a:lnTo>
                <a:lnTo>
                  <a:pt x="408676" y="222250"/>
                </a:lnTo>
                <a:lnTo>
                  <a:pt x="408676" y="203200"/>
                </a:lnTo>
                <a:lnTo>
                  <a:pt x="401483" y="186690"/>
                </a:lnTo>
                <a:lnTo>
                  <a:pt x="395804" y="182880"/>
                </a:lnTo>
                <a:close/>
              </a:path>
              <a:path w="408939" h="407670">
                <a:moveTo>
                  <a:pt x="393733" y="19050"/>
                </a:moveTo>
                <a:lnTo>
                  <a:pt x="354188" y="19050"/>
                </a:lnTo>
                <a:lnTo>
                  <a:pt x="367743" y="21590"/>
                </a:lnTo>
                <a:lnTo>
                  <a:pt x="378824" y="29210"/>
                </a:lnTo>
                <a:lnTo>
                  <a:pt x="386303" y="40640"/>
                </a:lnTo>
                <a:lnTo>
                  <a:pt x="389047" y="53340"/>
                </a:lnTo>
                <a:lnTo>
                  <a:pt x="389047" y="171450"/>
                </a:lnTo>
                <a:lnTo>
                  <a:pt x="407638" y="171450"/>
                </a:lnTo>
                <a:lnTo>
                  <a:pt x="407638" y="53340"/>
                </a:lnTo>
                <a:lnTo>
                  <a:pt x="403432" y="33020"/>
                </a:lnTo>
                <a:lnTo>
                  <a:pt x="393733" y="19050"/>
                </a:lnTo>
                <a:close/>
              </a:path>
              <a:path w="408939" h="407670">
                <a:moveTo>
                  <a:pt x="147771" y="78740"/>
                </a:moveTo>
                <a:lnTo>
                  <a:pt x="132479" y="78740"/>
                </a:lnTo>
                <a:lnTo>
                  <a:pt x="149870" y="133350"/>
                </a:lnTo>
                <a:lnTo>
                  <a:pt x="149769" y="134620"/>
                </a:lnTo>
                <a:lnTo>
                  <a:pt x="149669" y="135890"/>
                </a:lnTo>
                <a:lnTo>
                  <a:pt x="149243" y="138430"/>
                </a:lnTo>
                <a:lnTo>
                  <a:pt x="148367" y="140970"/>
                </a:lnTo>
                <a:lnTo>
                  <a:pt x="147027" y="142240"/>
                </a:lnTo>
                <a:lnTo>
                  <a:pt x="145702" y="144780"/>
                </a:lnTo>
                <a:lnTo>
                  <a:pt x="135958" y="144780"/>
                </a:lnTo>
                <a:lnTo>
                  <a:pt x="135958" y="153670"/>
                </a:lnTo>
                <a:lnTo>
                  <a:pt x="139126" y="154940"/>
                </a:lnTo>
                <a:lnTo>
                  <a:pt x="142217" y="156210"/>
                </a:lnTo>
                <a:lnTo>
                  <a:pt x="167367" y="118110"/>
                </a:lnTo>
                <a:lnTo>
                  <a:pt x="155881" y="118110"/>
                </a:lnTo>
                <a:lnTo>
                  <a:pt x="147771" y="78740"/>
                </a:lnTo>
                <a:close/>
              </a:path>
              <a:path w="408939" h="407670">
                <a:moveTo>
                  <a:pt x="274098" y="58420"/>
                </a:moveTo>
                <a:lnTo>
                  <a:pt x="237456" y="80010"/>
                </a:lnTo>
                <a:lnTo>
                  <a:pt x="235736" y="92710"/>
                </a:lnTo>
                <a:lnTo>
                  <a:pt x="235834" y="101600"/>
                </a:lnTo>
                <a:lnTo>
                  <a:pt x="263354" y="134620"/>
                </a:lnTo>
                <a:lnTo>
                  <a:pt x="267011" y="138430"/>
                </a:lnTo>
                <a:lnTo>
                  <a:pt x="271395" y="142240"/>
                </a:lnTo>
                <a:lnTo>
                  <a:pt x="276523" y="144780"/>
                </a:lnTo>
                <a:lnTo>
                  <a:pt x="281651" y="148590"/>
                </a:lnTo>
                <a:lnTo>
                  <a:pt x="292543" y="151130"/>
                </a:lnTo>
                <a:lnTo>
                  <a:pt x="292543" y="138430"/>
                </a:lnTo>
                <a:lnTo>
                  <a:pt x="288685" y="138430"/>
                </a:lnTo>
                <a:lnTo>
                  <a:pt x="285416" y="137160"/>
                </a:lnTo>
                <a:lnTo>
                  <a:pt x="280079" y="135890"/>
                </a:lnTo>
                <a:lnTo>
                  <a:pt x="277654" y="134620"/>
                </a:lnTo>
                <a:lnTo>
                  <a:pt x="275477" y="132080"/>
                </a:lnTo>
                <a:lnTo>
                  <a:pt x="281512" y="130810"/>
                </a:lnTo>
                <a:lnTo>
                  <a:pt x="286129" y="125730"/>
                </a:lnTo>
                <a:lnTo>
                  <a:pt x="288048" y="121920"/>
                </a:lnTo>
                <a:lnTo>
                  <a:pt x="260194" y="121920"/>
                </a:lnTo>
                <a:lnTo>
                  <a:pt x="256677" y="120650"/>
                </a:lnTo>
                <a:lnTo>
                  <a:pt x="251905" y="111760"/>
                </a:lnTo>
                <a:lnTo>
                  <a:pt x="250720" y="105410"/>
                </a:lnTo>
                <a:lnTo>
                  <a:pt x="250720" y="87630"/>
                </a:lnTo>
                <a:lnTo>
                  <a:pt x="251874" y="81280"/>
                </a:lnTo>
                <a:lnTo>
                  <a:pt x="256514" y="72390"/>
                </a:lnTo>
                <a:lnTo>
                  <a:pt x="260062" y="69850"/>
                </a:lnTo>
                <a:lnTo>
                  <a:pt x="287279" y="69850"/>
                </a:lnTo>
                <a:lnTo>
                  <a:pt x="281303" y="60960"/>
                </a:lnTo>
                <a:lnTo>
                  <a:pt x="274098" y="58420"/>
                </a:lnTo>
                <a:close/>
              </a:path>
              <a:path w="408939" h="407670">
                <a:moveTo>
                  <a:pt x="184016" y="119380"/>
                </a:moveTo>
                <a:lnTo>
                  <a:pt x="209819" y="134620"/>
                </a:lnTo>
                <a:lnTo>
                  <a:pt x="215776" y="132080"/>
                </a:lnTo>
                <a:lnTo>
                  <a:pt x="224421" y="124460"/>
                </a:lnTo>
                <a:lnTo>
                  <a:pt x="225502" y="121920"/>
                </a:lnTo>
                <a:lnTo>
                  <a:pt x="196093" y="121920"/>
                </a:lnTo>
                <a:lnTo>
                  <a:pt x="189547" y="120650"/>
                </a:lnTo>
                <a:lnTo>
                  <a:pt x="186619" y="120650"/>
                </a:lnTo>
                <a:lnTo>
                  <a:pt x="184016" y="119380"/>
                </a:lnTo>
                <a:close/>
              </a:path>
              <a:path w="408939" h="407670">
                <a:moveTo>
                  <a:pt x="78332" y="59690"/>
                </a:moveTo>
                <a:lnTo>
                  <a:pt x="61461" y="59690"/>
                </a:lnTo>
                <a:lnTo>
                  <a:pt x="61461" y="133350"/>
                </a:lnTo>
                <a:lnTo>
                  <a:pt x="74637" y="133350"/>
                </a:lnTo>
                <a:lnTo>
                  <a:pt x="74637" y="81280"/>
                </a:lnTo>
                <a:lnTo>
                  <a:pt x="86336" y="81280"/>
                </a:lnTo>
                <a:lnTo>
                  <a:pt x="78332" y="59690"/>
                </a:lnTo>
                <a:close/>
              </a:path>
              <a:path w="408939" h="407670">
                <a:moveTo>
                  <a:pt x="124903" y="81280"/>
                </a:moveTo>
                <a:lnTo>
                  <a:pt x="111735" y="81280"/>
                </a:lnTo>
                <a:lnTo>
                  <a:pt x="111735" y="133350"/>
                </a:lnTo>
                <a:lnTo>
                  <a:pt x="124903" y="133350"/>
                </a:lnTo>
                <a:lnTo>
                  <a:pt x="124903" y="81280"/>
                </a:lnTo>
                <a:close/>
              </a:path>
              <a:path w="408939" h="407670">
                <a:moveTo>
                  <a:pt x="321313" y="59690"/>
                </a:moveTo>
                <a:lnTo>
                  <a:pt x="306548" y="59690"/>
                </a:lnTo>
                <a:lnTo>
                  <a:pt x="306548" y="133350"/>
                </a:lnTo>
                <a:lnTo>
                  <a:pt x="346171" y="133350"/>
                </a:lnTo>
                <a:lnTo>
                  <a:pt x="346171" y="120650"/>
                </a:lnTo>
                <a:lnTo>
                  <a:pt x="321313" y="120650"/>
                </a:lnTo>
                <a:lnTo>
                  <a:pt x="321313" y="59690"/>
                </a:lnTo>
                <a:close/>
              </a:path>
              <a:path w="408939" h="407670">
                <a:moveTo>
                  <a:pt x="211585" y="58420"/>
                </a:moveTo>
                <a:lnTo>
                  <a:pt x="183280" y="74930"/>
                </a:lnTo>
                <a:lnTo>
                  <a:pt x="183280" y="83820"/>
                </a:lnTo>
                <a:lnTo>
                  <a:pt x="184403" y="87630"/>
                </a:lnTo>
                <a:lnTo>
                  <a:pt x="188896" y="93980"/>
                </a:lnTo>
                <a:lnTo>
                  <a:pt x="192622" y="97790"/>
                </a:lnTo>
                <a:lnTo>
                  <a:pt x="206387" y="105410"/>
                </a:lnTo>
                <a:lnTo>
                  <a:pt x="208456" y="106680"/>
                </a:lnTo>
                <a:lnTo>
                  <a:pt x="210911" y="109220"/>
                </a:lnTo>
                <a:lnTo>
                  <a:pt x="211523" y="111760"/>
                </a:lnTo>
                <a:lnTo>
                  <a:pt x="211523" y="116840"/>
                </a:lnTo>
                <a:lnTo>
                  <a:pt x="210632" y="118110"/>
                </a:lnTo>
                <a:lnTo>
                  <a:pt x="207123" y="121920"/>
                </a:lnTo>
                <a:lnTo>
                  <a:pt x="225502" y="121920"/>
                </a:lnTo>
                <a:lnTo>
                  <a:pt x="226582" y="119380"/>
                </a:lnTo>
                <a:lnTo>
                  <a:pt x="226582" y="109220"/>
                </a:lnTo>
                <a:lnTo>
                  <a:pt x="226063" y="106680"/>
                </a:lnTo>
                <a:lnTo>
                  <a:pt x="202840" y="86360"/>
                </a:lnTo>
                <a:lnTo>
                  <a:pt x="200756" y="85090"/>
                </a:lnTo>
                <a:lnTo>
                  <a:pt x="198564" y="82550"/>
                </a:lnTo>
                <a:lnTo>
                  <a:pt x="198037" y="80010"/>
                </a:lnTo>
                <a:lnTo>
                  <a:pt x="198037" y="76200"/>
                </a:lnTo>
                <a:lnTo>
                  <a:pt x="198873" y="73660"/>
                </a:lnTo>
                <a:lnTo>
                  <a:pt x="202243" y="71120"/>
                </a:lnTo>
                <a:lnTo>
                  <a:pt x="204559" y="69850"/>
                </a:lnTo>
                <a:lnTo>
                  <a:pt x="222585" y="69850"/>
                </a:lnTo>
                <a:lnTo>
                  <a:pt x="222585" y="62230"/>
                </a:lnTo>
                <a:lnTo>
                  <a:pt x="217108" y="59690"/>
                </a:lnTo>
                <a:lnTo>
                  <a:pt x="211585" y="58420"/>
                </a:lnTo>
                <a:close/>
              </a:path>
              <a:path w="408939" h="407670">
                <a:moveTo>
                  <a:pt x="287279" y="69850"/>
                </a:moveTo>
                <a:lnTo>
                  <a:pt x="269598" y="69850"/>
                </a:lnTo>
                <a:lnTo>
                  <a:pt x="273161" y="72390"/>
                </a:lnTo>
                <a:lnTo>
                  <a:pt x="277793" y="81280"/>
                </a:lnTo>
                <a:lnTo>
                  <a:pt x="278955" y="87630"/>
                </a:lnTo>
                <a:lnTo>
                  <a:pt x="278955" y="105410"/>
                </a:lnTo>
                <a:lnTo>
                  <a:pt x="277755" y="111760"/>
                </a:lnTo>
                <a:lnTo>
                  <a:pt x="272975" y="120650"/>
                </a:lnTo>
                <a:lnTo>
                  <a:pt x="269458" y="121920"/>
                </a:lnTo>
                <a:lnTo>
                  <a:pt x="288048" y="121920"/>
                </a:lnTo>
                <a:lnTo>
                  <a:pt x="292527" y="113030"/>
                </a:lnTo>
                <a:lnTo>
                  <a:pt x="294123" y="105410"/>
                </a:lnTo>
                <a:lnTo>
                  <a:pt x="294054" y="95250"/>
                </a:lnTo>
                <a:lnTo>
                  <a:pt x="293642" y="87630"/>
                </a:lnTo>
                <a:lnTo>
                  <a:pt x="292201" y="80010"/>
                </a:lnTo>
                <a:lnTo>
                  <a:pt x="289799" y="73660"/>
                </a:lnTo>
                <a:lnTo>
                  <a:pt x="287279" y="69850"/>
                </a:lnTo>
                <a:close/>
              </a:path>
              <a:path w="408939" h="407670">
                <a:moveTo>
                  <a:pt x="178640" y="78740"/>
                </a:moveTo>
                <a:lnTo>
                  <a:pt x="163782" y="78740"/>
                </a:lnTo>
                <a:lnTo>
                  <a:pt x="155881" y="118110"/>
                </a:lnTo>
                <a:lnTo>
                  <a:pt x="167367" y="118110"/>
                </a:lnTo>
                <a:lnTo>
                  <a:pt x="178640" y="78740"/>
                </a:lnTo>
                <a:close/>
              </a:path>
              <a:path w="408939" h="407670">
                <a:moveTo>
                  <a:pt x="86336" y="81280"/>
                </a:moveTo>
                <a:lnTo>
                  <a:pt x="74637" y="81280"/>
                </a:lnTo>
                <a:lnTo>
                  <a:pt x="86869" y="114300"/>
                </a:lnTo>
                <a:lnTo>
                  <a:pt x="99410" y="114300"/>
                </a:lnTo>
                <a:lnTo>
                  <a:pt x="104624" y="100330"/>
                </a:lnTo>
                <a:lnTo>
                  <a:pt x="93399" y="100330"/>
                </a:lnTo>
                <a:lnTo>
                  <a:pt x="86336" y="81280"/>
                </a:lnTo>
                <a:close/>
              </a:path>
              <a:path w="408939" h="407670">
                <a:moveTo>
                  <a:pt x="124903" y="59690"/>
                </a:moveTo>
                <a:lnTo>
                  <a:pt x="108458" y="59690"/>
                </a:lnTo>
                <a:lnTo>
                  <a:pt x="93399" y="100330"/>
                </a:lnTo>
                <a:lnTo>
                  <a:pt x="104624" y="100330"/>
                </a:lnTo>
                <a:lnTo>
                  <a:pt x="111735" y="81280"/>
                </a:lnTo>
                <a:lnTo>
                  <a:pt x="124903" y="81280"/>
                </a:lnTo>
                <a:lnTo>
                  <a:pt x="124903" y="59690"/>
                </a:lnTo>
                <a:close/>
              </a:path>
              <a:path w="408939" h="407670">
                <a:moveTo>
                  <a:pt x="222585" y="69850"/>
                </a:moveTo>
                <a:lnTo>
                  <a:pt x="211864" y="69850"/>
                </a:lnTo>
                <a:lnTo>
                  <a:pt x="216884" y="71120"/>
                </a:lnTo>
                <a:lnTo>
                  <a:pt x="222585" y="73660"/>
                </a:lnTo>
                <a:lnTo>
                  <a:pt x="222585" y="69850"/>
                </a:lnTo>
                <a:close/>
              </a:path>
            </a:pathLst>
          </a:custGeom>
          <a:solidFill>
            <a:srgbClr val="C82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850" y="1016000"/>
            <a:ext cx="5031740" cy="2806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1585"/>
              </a:lnSpc>
              <a:spcBef>
                <a:spcPts val="105"/>
              </a:spcBef>
              <a:buClr>
                <a:srgbClr val="585858"/>
              </a:buClr>
              <a:buFont typeface="Arial"/>
              <a:buAutoNum type="arabicPeriod"/>
              <a:tabLst>
                <a:tab pos="354965" algn="l"/>
              </a:tabLst>
            </a:pPr>
            <a:r>
              <a:rPr sz="1400" dirty="0">
                <a:latin typeface="Arial"/>
                <a:cs typeface="Arial"/>
              </a:rPr>
              <a:t>Go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VPC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console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-&gt;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VPCs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-&gt;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Create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VPC</a:t>
            </a:r>
            <a:endParaRPr sz="1400">
              <a:latin typeface="Arial"/>
              <a:cs typeface="Arial"/>
            </a:endParaRPr>
          </a:p>
          <a:p>
            <a:pPr marL="722630" lvl="1" indent="-227329">
              <a:lnSpc>
                <a:spcPts val="1465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VPC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Settings</a:t>
            </a:r>
            <a:r>
              <a:rPr sz="1200" spc="-10" dirty="0">
                <a:latin typeface="Arial"/>
                <a:cs typeface="Arial"/>
              </a:rPr>
              <a:t> -</a:t>
            </a:r>
            <a:r>
              <a:rPr sz="1200" dirty="0">
                <a:latin typeface="Arial"/>
                <a:cs typeface="Arial"/>
              </a:rPr>
              <a:t>&gt; select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VPC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&amp;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more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Name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Tag: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webapp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IPv4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CIDR: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10.10.0.0/16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Number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Availability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Zones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(AZs):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Number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Public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Subnets: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723900" lvl="1" indent="-228600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3900" algn="l"/>
              </a:tabLst>
            </a:pPr>
            <a:r>
              <a:rPr sz="1200" dirty="0">
                <a:latin typeface="Arial"/>
                <a:cs typeface="Arial"/>
              </a:rPr>
              <a:t>Number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Private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Subnets: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Customize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subnets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CIDR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blocks</a:t>
            </a:r>
            <a:endParaRPr sz="1200">
              <a:latin typeface="Arial"/>
              <a:cs typeface="Arial"/>
            </a:endParaRPr>
          </a:p>
          <a:p>
            <a:pPr marL="1179830" lvl="2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1179830" algn="l"/>
              </a:tabLst>
            </a:pPr>
            <a:r>
              <a:rPr sz="1200" dirty="0">
                <a:latin typeface="Arial"/>
                <a:cs typeface="Arial"/>
              </a:rPr>
              <a:t>Public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CIDR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Availability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Zone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1:</a:t>
            </a:r>
            <a:r>
              <a:rPr sz="1200" spc="-10" dirty="0">
                <a:latin typeface="Arial"/>
                <a:cs typeface="Arial"/>
              </a:rPr>
              <a:t> 10.10.0.0/24</a:t>
            </a:r>
            <a:endParaRPr sz="1200">
              <a:latin typeface="Arial"/>
              <a:cs typeface="Arial"/>
            </a:endParaRPr>
          </a:p>
          <a:p>
            <a:pPr marL="1179830" lvl="2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1179830" algn="l"/>
              </a:tabLst>
            </a:pPr>
            <a:r>
              <a:rPr sz="1200" dirty="0">
                <a:latin typeface="Arial"/>
                <a:cs typeface="Arial"/>
              </a:rPr>
              <a:t>Public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CIDR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Availability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Zone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2:</a:t>
            </a:r>
            <a:r>
              <a:rPr sz="1200" spc="-10" dirty="0">
                <a:latin typeface="Arial"/>
                <a:cs typeface="Arial"/>
              </a:rPr>
              <a:t> 10.10.1.0/24</a:t>
            </a:r>
            <a:endParaRPr sz="1200">
              <a:latin typeface="Arial"/>
              <a:cs typeface="Arial"/>
            </a:endParaRPr>
          </a:p>
          <a:p>
            <a:pPr marL="1180465" lvl="2" indent="-227965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1180465" algn="l"/>
              </a:tabLst>
            </a:pPr>
            <a:r>
              <a:rPr sz="1200" dirty="0">
                <a:latin typeface="Arial"/>
                <a:cs typeface="Arial"/>
              </a:rPr>
              <a:t>Private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CIDR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Availability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Zone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10.10.11.0/24</a:t>
            </a:r>
            <a:endParaRPr sz="1200">
              <a:latin typeface="Arial"/>
              <a:cs typeface="Arial"/>
            </a:endParaRPr>
          </a:p>
          <a:p>
            <a:pPr marL="1179830" lvl="2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1179830" algn="l"/>
              </a:tabLst>
            </a:pPr>
            <a:r>
              <a:rPr sz="1200" dirty="0">
                <a:latin typeface="Arial"/>
                <a:cs typeface="Arial"/>
              </a:rPr>
              <a:t>Private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CIDR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Availability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Zone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10.10.12.0/24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2630" algn="l"/>
              </a:tabLst>
            </a:pPr>
            <a:r>
              <a:rPr sz="1200" dirty="0">
                <a:latin typeface="Arial"/>
                <a:cs typeface="Arial"/>
              </a:rPr>
              <a:t>NAT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Gateways:</a:t>
            </a:r>
            <a:r>
              <a:rPr sz="1200" spc="-20" dirty="0">
                <a:latin typeface="Arial"/>
                <a:cs typeface="Arial"/>
              </a:rPr>
              <a:t> None</a:t>
            </a:r>
            <a:endParaRPr sz="1200">
              <a:latin typeface="Arial"/>
              <a:cs typeface="Arial"/>
            </a:endParaRPr>
          </a:p>
          <a:p>
            <a:pPr marL="723900" lvl="1" indent="-228600">
              <a:lnSpc>
                <a:spcPts val="1440"/>
              </a:lnSpc>
              <a:buClr>
                <a:srgbClr val="585858"/>
              </a:buClr>
              <a:buSzPct val="116666"/>
              <a:buAutoNum type="alphaLcPeriod"/>
              <a:tabLst>
                <a:tab pos="723900" algn="l"/>
              </a:tabLst>
            </a:pPr>
            <a:r>
              <a:rPr sz="1200" dirty="0">
                <a:latin typeface="Arial"/>
                <a:cs typeface="Arial"/>
              </a:rPr>
              <a:t>VPC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Endpoints: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None</a:t>
            </a:r>
            <a:endParaRPr sz="1200">
              <a:latin typeface="Arial"/>
              <a:cs typeface="Arial"/>
            </a:endParaRPr>
          </a:p>
          <a:p>
            <a:pPr marL="723900" lvl="1" indent="-228600">
              <a:lnSpc>
                <a:spcPts val="1560"/>
              </a:lnSpc>
              <a:buClr>
                <a:srgbClr val="585858"/>
              </a:buClr>
              <a:buSzPct val="116666"/>
              <a:buAutoNum type="alphaLcPeriod"/>
              <a:tabLst>
                <a:tab pos="723900" algn="l"/>
              </a:tabLst>
            </a:pPr>
            <a:r>
              <a:rPr sz="1200" dirty="0">
                <a:latin typeface="Arial"/>
                <a:cs typeface="Arial"/>
              </a:rPr>
              <a:t>Create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VPC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5" dirty="0"/>
              <a:t> </a:t>
            </a:r>
            <a:r>
              <a:rPr dirty="0"/>
              <a:t>1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Create</a:t>
            </a:r>
            <a:r>
              <a:rPr spc="-40" dirty="0"/>
              <a:t> </a:t>
            </a:r>
            <a:r>
              <a:rPr dirty="0"/>
              <a:t>VPC,</a:t>
            </a:r>
            <a:r>
              <a:rPr spc="-60" dirty="0"/>
              <a:t> </a:t>
            </a:r>
            <a:r>
              <a:rPr dirty="0"/>
              <a:t>Subnets</a:t>
            </a:r>
            <a:r>
              <a:rPr spc="-55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dirty="0"/>
              <a:t>Route</a:t>
            </a:r>
            <a:r>
              <a:rPr spc="-40" dirty="0"/>
              <a:t> </a:t>
            </a:r>
            <a:r>
              <a:rPr spc="-10" dirty="0"/>
              <a:t>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66574"/>
            <a:ext cx="7908036" cy="483645"/>
          </a:xfrm>
          <a:prstGeom prst="rect">
            <a:avLst/>
          </a:prstGeom>
        </p:spPr>
        <p:txBody>
          <a:bodyPr vert="horz" wrap="square" lIns="0" tIns="522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Step</a:t>
            </a:r>
            <a:r>
              <a:rPr sz="2800" spc="-55" dirty="0"/>
              <a:t> </a:t>
            </a:r>
            <a:r>
              <a:rPr sz="2800" dirty="0"/>
              <a:t>1</a:t>
            </a:r>
            <a:r>
              <a:rPr sz="2800" spc="-40" dirty="0"/>
              <a:t> </a:t>
            </a:r>
            <a:r>
              <a:rPr sz="2800" dirty="0"/>
              <a:t>–</a:t>
            </a:r>
            <a:r>
              <a:rPr sz="2800" spc="-60" dirty="0"/>
              <a:t> </a:t>
            </a:r>
            <a:r>
              <a:rPr sz="2800" dirty="0"/>
              <a:t>Create</a:t>
            </a:r>
            <a:r>
              <a:rPr sz="2800" spc="-40" dirty="0"/>
              <a:t> </a:t>
            </a:r>
            <a:r>
              <a:rPr sz="2800" dirty="0"/>
              <a:t>VPC,</a:t>
            </a:r>
            <a:r>
              <a:rPr sz="2800" spc="-60" dirty="0"/>
              <a:t> </a:t>
            </a:r>
            <a:r>
              <a:rPr sz="2800" dirty="0"/>
              <a:t>Subnets</a:t>
            </a:r>
            <a:r>
              <a:rPr sz="2800" spc="-55" dirty="0"/>
              <a:t> </a:t>
            </a:r>
            <a:r>
              <a:rPr sz="2800" dirty="0"/>
              <a:t>&amp;</a:t>
            </a:r>
            <a:r>
              <a:rPr sz="2800" spc="-60" dirty="0"/>
              <a:t> </a:t>
            </a:r>
            <a:r>
              <a:rPr sz="2800" dirty="0"/>
              <a:t>Route</a:t>
            </a:r>
            <a:r>
              <a:rPr sz="2800" spc="-40" dirty="0"/>
              <a:t> </a:t>
            </a:r>
            <a:r>
              <a:rPr sz="2800" spc="-10" dirty="0"/>
              <a:t>tables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804672"/>
            <a:ext cx="7908036" cy="4070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850" y="951738"/>
            <a:ext cx="8194040" cy="326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1535"/>
              </a:lnSpc>
              <a:spcBef>
                <a:spcPts val="105"/>
              </a:spcBef>
              <a:buClr>
                <a:srgbClr val="585858"/>
              </a:buClr>
              <a:buFont typeface="Arial"/>
              <a:buAutoNum type="arabicPeriod"/>
              <a:tabLst>
                <a:tab pos="354965" algn="l"/>
              </a:tabLst>
            </a:pPr>
            <a:r>
              <a:rPr sz="1400" dirty="0">
                <a:latin typeface="Arial"/>
                <a:cs typeface="Arial"/>
              </a:rPr>
              <a:t>Launch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EC2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instance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newly created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Public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Subnet</a:t>
            </a:r>
            <a:endParaRPr sz="1400">
              <a:latin typeface="Arial"/>
              <a:cs typeface="Arial"/>
            </a:endParaRPr>
          </a:p>
          <a:p>
            <a:pPr marL="722630" lvl="1" indent="-227329">
              <a:lnSpc>
                <a:spcPts val="1355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Go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Service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Dashboard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Launch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Instances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Name: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Webserver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AMI: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Amazon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Linux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(default)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[by</a:t>
            </a:r>
            <a:r>
              <a:rPr sz="1100" i="1" spc="-4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default</a:t>
            </a:r>
            <a:r>
              <a:rPr sz="1100" i="1" spc="-3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it</a:t>
            </a:r>
            <a:r>
              <a:rPr sz="1100" i="1" spc="-2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should</a:t>
            </a:r>
            <a:r>
              <a:rPr sz="1100" i="1" spc="-2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select</a:t>
            </a:r>
            <a:r>
              <a:rPr sz="1100" i="1" spc="-25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Amazon</a:t>
            </a:r>
            <a:r>
              <a:rPr sz="1100" i="1" spc="-1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Linux</a:t>
            </a:r>
            <a:r>
              <a:rPr sz="1100" i="1" spc="-2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2023</a:t>
            </a:r>
            <a:r>
              <a:rPr sz="1100" i="1" spc="-3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AMI</a:t>
            </a:r>
            <a:r>
              <a:rPr sz="1100" i="1" spc="-3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–</a:t>
            </a:r>
            <a:r>
              <a:rPr sz="1100" i="1" spc="-3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Free</a:t>
            </a:r>
            <a:r>
              <a:rPr sz="1100" i="1" spc="-3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92D050"/>
                </a:solidFill>
                <a:latin typeface="Arial"/>
                <a:cs typeface="Arial"/>
              </a:rPr>
              <a:t>tier</a:t>
            </a:r>
            <a:r>
              <a:rPr sz="1100" i="1" spc="-40" dirty="0">
                <a:solidFill>
                  <a:srgbClr val="92D050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92D050"/>
                </a:solidFill>
                <a:latin typeface="Arial"/>
                <a:cs typeface="Arial"/>
              </a:rPr>
              <a:t>eligible]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type: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t2.micro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(default)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key-pair</a:t>
            </a:r>
            <a:r>
              <a:rPr sz="1100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11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you</a:t>
            </a:r>
            <a:r>
              <a:rPr sz="11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had</a:t>
            </a:r>
            <a:r>
              <a:rPr sz="11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created</a:t>
            </a:r>
            <a:r>
              <a:rPr sz="11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Arial"/>
                <a:cs typeface="Arial"/>
              </a:rPr>
              <a:t>earlier&gt;</a:t>
            </a:r>
            <a:endParaRPr sz="1100">
              <a:latin typeface="Arial"/>
              <a:cs typeface="Arial"/>
            </a:endParaRPr>
          </a:p>
          <a:p>
            <a:pPr marL="1179830" lvl="2" indent="-227329">
              <a:lnSpc>
                <a:spcPts val="147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If</a:t>
            </a:r>
            <a:r>
              <a:rPr sz="1100" i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you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don’t</a:t>
            </a:r>
            <a:r>
              <a:rPr sz="1100" i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see</a:t>
            </a:r>
            <a:r>
              <a:rPr sz="11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100" i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key-pair</a:t>
            </a:r>
            <a:r>
              <a:rPr sz="1100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1100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100" i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dropdown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then</a:t>
            </a:r>
            <a:r>
              <a:rPr sz="1100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check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if</a:t>
            </a:r>
            <a:r>
              <a:rPr sz="11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you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are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using</a:t>
            </a:r>
            <a:r>
              <a:rPr sz="1100" i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correct</a:t>
            </a:r>
            <a:r>
              <a:rPr sz="1100" i="1" spc="-5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AWS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region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1100" i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which</a:t>
            </a:r>
            <a:r>
              <a:rPr sz="1100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you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had</a:t>
            </a:r>
            <a:endParaRPr sz="1100">
              <a:latin typeface="Arial"/>
              <a:cs typeface="Arial"/>
            </a:endParaRPr>
          </a:p>
          <a:p>
            <a:pPr marL="1181735">
              <a:lnSpc>
                <a:spcPts val="1140"/>
              </a:lnSpc>
            </a:pP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previously</a:t>
            </a:r>
            <a:r>
              <a:rPr sz="1100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created</a:t>
            </a:r>
            <a:r>
              <a:rPr sz="1100" i="1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key-</a:t>
            </a:r>
            <a:r>
              <a:rPr sz="1100" i="1" spc="-10" dirty="0">
                <a:solidFill>
                  <a:srgbClr val="006FC0"/>
                </a:solidFill>
                <a:latin typeface="Arial"/>
                <a:cs typeface="Arial"/>
              </a:rPr>
              <a:t>pair.</a:t>
            </a:r>
            <a:endParaRPr sz="1100">
              <a:latin typeface="Arial"/>
              <a:cs typeface="Arial"/>
            </a:endParaRPr>
          </a:p>
          <a:p>
            <a:pPr marL="1179830" lvl="2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 startAt="2"/>
              <a:tabLst>
                <a:tab pos="1179830" algn="l"/>
              </a:tabLst>
            </a:pP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If</a:t>
            </a:r>
            <a:r>
              <a:rPr sz="1100" i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you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still</a:t>
            </a:r>
            <a:r>
              <a:rPr sz="1100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don’t</a:t>
            </a:r>
            <a:r>
              <a:rPr sz="1100" i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see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key-pair,</a:t>
            </a:r>
            <a:r>
              <a:rPr sz="1100" i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then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cancel</a:t>
            </a:r>
            <a:r>
              <a:rPr sz="11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ec2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creation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flow</a:t>
            </a:r>
            <a:r>
              <a:rPr sz="11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first</a:t>
            </a:r>
            <a:r>
              <a:rPr sz="1100" i="1" spc="-3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create</a:t>
            </a:r>
            <a:r>
              <a:rPr sz="1100" i="1" spc="-5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11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new</a:t>
            </a:r>
            <a:r>
              <a:rPr sz="1100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key-pair</a:t>
            </a:r>
            <a:r>
              <a:rPr sz="1100" i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as</a:t>
            </a:r>
            <a:r>
              <a:rPr sz="1100" i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described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1100" i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endParaRPr sz="1100">
              <a:latin typeface="Arial"/>
              <a:cs typeface="Arial"/>
            </a:endParaRPr>
          </a:p>
          <a:p>
            <a:pPr marL="1181735">
              <a:lnSpc>
                <a:spcPts val="1140"/>
              </a:lnSpc>
            </a:pPr>
            <a:r>
              <a:rPr sz="1100" i="1" dirty="0">
                <a:solidFill>
                  <a:srgbClr val="006FC0"/>
                </a:solidFill>
                <a:latin typeface="Arial"/>
                <a:cs typeface="Arial"/>
              </a:rPr>
              <a:t>prerequisites</a:t>
            </a:r>
            <a:r>
              <a:rPr sz="1100" i="1" spc="-7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6FC0"/>
                </a:solidFill>
                <a:latin typeface="Arial"/>
                <a:cs typeface="Arial"/>
              </a:rPr>
              <a:t>section</a:t>
            </a:r>
            <a:endParaRPr sz="1100">
              <a:latin typeface="Arial"/>
              <a:cs typeface="Arial"/>
            </a:endParaRPr>
          </a:p>
          <a:p>
            <a:pPr marL="723900" lvl="1" indent="-228600">
              <a:lnSpc>
                <a:spcPts val="1350"/>
              </a:lnSpc>
              <a:buClr>
                <a:srgbClr val="585858"/>
              </a:buClr>
              <a:buSzPct val="127272"/>
              <a:buAutoNum type="alphaLcPeriod" startAt="6"/>
              <a:tabLst>
                <a:tab pos="723900" algn="l"/>
              </a:tabLst>
            </a:pPr>
            <a:r>
              <a:rPr sz="1100" dirty="0">
                <a:latin typeface="Arial"/>
                <a:cs typeface="Arial"/>
              </a:rPr>
              <a:t>Network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settings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Edit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VPC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(webapp-</a:t>
            </a:r>
            <a:r>
              <a:rPr sz="1100" dirty="0">
                <a:latin typeface="Arial"/>
                <a:cs typeface="Arial"/>
              </a:rPr>
              <a:t>vpc)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you’re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availability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zone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 startAt="6"/>
              <a:tabLst>
                <a:tab pos="722630" algn="l"/>
              </a:tabLst>
            </a:pPr>
            <a:r>
              <a:rPr sz="1100" spc="-10" dirty="0">
                <a:latin typeface="Arial"/>
                <a:cs typeface="Arial"/>
              </a:rPr>
              <a:t>Auto-</a:t>
            </a:r>
            <a:r>
              <a:rPr sz="1100" dirty="0">
                <a:latin typeface="Arial"/>
                <a:cs typeface="Arial"/>
              </a:rPr>
              <a:t>Assign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IP: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Enable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 startAt="6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Firewall -&gt;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group</a:t>
            </a:r>
            <a:endParaRPr sz="110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Name: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webapp-ec2-</a:t>
            </a:r>
            <a:r>
              <a:rPr sz="1100" spc="-25" dirty="0">
                <a:latin typeface="Arial"/>
                <a:cs typeface="Arial"/>
              </a:rPr>
              <a:t>sg</a:t>
            </a:r>
            <a:endParaRPr sz="110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Add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Inbound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SSH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(port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22)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CIDR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0.0.0.0/0</a:t>
            </a:r>
            <a:endParaRPr sz="1100">
              <a:latin typeface="Arial"/>
              <a:cs typeface="Arial"/>
            </a:endParaRPr>
          </a:p>
          <a:p>
            <a:pPr marL="1180465" lvl="2" indent="-227965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80465" algn="l"/>
              </a:tabLst>
            </a:pPr>
            <a:r>
              <a:rPr sz="1100" dirty="0">
                <a:latin typeface="Arial"/>
                <a:cs typeface="Arial"/>
              </a:rPr>
              <a:t>Add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Inbound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HTTP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(port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80)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CIDR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0.0.0.0/0</a:t>
            </a:r>
            <a:endParaRPr sz="1100">
              <a:latin typeface="Arial"/>
              <a:cs typeface="Arial"/>
            </a:endParaRPr>
          </a:p>
          <a:p>
            <a:pPr marL="723900" lvl="1" indent="-228600">
              <a:lnSpc>
                <a:spcPts val="1320"/>
              </a:lnSpc>
              <a:buClr>
                <a:srgbClr val="585858"/>
              </a:buClr>
              <a:buSzPct val="127272"/>
              <a:buAutoNum type="alphaLcPeriod" startAt="6"/>
              <a:tabLst>
                <a:tab pos="723900" algn="l"/>
              </a:tabLst>
            </a:pPr>
            <a:r>
              <a:rPr sz="1100" dirty="0">
                <a:latin typeface="Arial"/>
                <a:cs typeface="Arial"/>
              </a:rPr>
              <a:t>Configure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Storage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x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8GiB,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gp3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(default)</a:t>
            </a:r>
            <a:endParaRPr sz="1100">
              <a:latin typeface="Arial"/>
              <a:cs typeface="Arial"/>
            </a:endParaRPr>
          </a:p>
          <a:p>
            <a:pPr marL="723900" lvl="1" indent="-228600">
              <a:lnSpc>
                <a:spcPts val="1320"/>
              </a:lnSpc>
              <a:buClr>
                <a:srgbClr val="585858"/>
              </a:buClr>
              <a:buSzPct val="127272"/>
              <a:buAutoNum type="alphaLcPeriod" startAt="6"/>
              <a:tabLst>
                <a:tab pos="723900" algn="l"/>
              </a:tabLst>
            </a:pPr>
            <a:r>
              <a:rPr sz="1100" dirty="0">
                <a:latin typeface="Arial"/>
                <a:cs typeface="Arial"/>
              </a:rPr>
              <a:t>Launch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Instance</a:t>
            </a:r>
            <a:endParaRPr sz="1100">
              <a:latin typeface="Arial"/>
              <a:cs typeface="Arial"/>
            </a:endParaRPr>
          </a:p>
          <a:p>
            <a:pPr marL="721995" lvl="1" indent="-226695">
              <a:lnSpc>
                <a:spcPts val="1500"/>
              </a:lnSpc>
              <a:buClr>
                <a:srgbClr val="585858"/>
              </a:buClr>
              <a:buSzPct val="127272"/>
              <a:buAutoNum type="alphaLcPeriod" startAt="6"/>
              <a:tabLst>
                <a:tab pos="721995" algn="l"/>
              </a:tabLst>
            </a:pPr>
            <a:r>
              <a:rPr sz="1100" dirty="0">
                <a:latin typeface="Arial"/>
                <a:cs typeface="Arial"/>
              </a:rPr>
              <a:t>Go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launched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Details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Copy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 IPv4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address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133350"/>
            <a:ext cx="7905750" cy="560590"/>
          </a:xfrm>
          <a:prstGeom prst="rect">
            <a:avLst/>
          </a:prstGeom>
        </p:spPr>
        <p:txBody>
          <a:bodyPr vert="horz" wrap="square" lIns="0" tIns="522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5" dirty="0"/>
              <a:t> </a:t>
            </a:r>
            <a:r>
              <a:rPr dirty="0"/>
              <a:t>2</a:t>
            </a:r>
            <a:r>
              <a:rPr spc="-4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Launch</a:t>
            </a:r>
            <a:r>
              <a:rPr spc="-40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dirty="0"/>
              <a:t>EC2</a:t>
            </a:r>
            <a:r>
              <a:rPr spc="-55" dirty="0"/>
              <a:t> </a:t>
            </a:r>
            <a:r>
              <a:rPr dirty="0"/>
              <a:t>instance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connect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758" y="951738"/>
            <a:ext cx="3105150" cy="284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585858"/>
              </a:buClr>
              <a:buFont typeface="Arial"/>
              <a:buAutoNum type="arabicPeriod" startAt="2"/>
              <a:tabLst>
                <a:tab pos="354965" algn="l"/>
              </a:tabLst>
            </a:pPr>
            <a:r>
              <a:rPr sz="1400" dirty="0">
                <a:latin typeface="Arial"/>
                <a:cs typeface="Arial"/>
              </a:rPr>
              <a:t>Connect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EC2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instance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with</a:t>
            </a:r>
            <a:endParaRPr sz="14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400" i="1" dirty="0">
                <a:solidFill>
                  <a:srgbClr val="006FC0"/>
                </a:solidFill>
                <a:latin typeface="Arial"/>
                <a:cs typeface="Arial"/>
              </a:rPr>
              <a:t>Public</a:t>
            </a:r>
            <a:r>
              <a:rPr sz="1400" i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006FC0"/>
                </a:solidFill>
                <a:latin typeface="Arial"/>
                <a:cs typeface="Arial"/>
              </a:rPr>
              <a:t>IP</a:t>
            </a:r>
            <a:r>
              <a:rPr sz="1400" i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your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workstation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290"/>
              </a:lnSpc>
              <a:spcBef>
                <a:spcPts val="1445"/>
              </a:spcBef>
            </a:pPr>
            <a:r>
              <a:rPr sz="1200" dirty="0">
                <a:latin typeface="Arial"/>
                <a:cs typeface="Arial"/>
              </a:rPr>
              <a:t>If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using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Windows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workstation:</a:t>
            </a:r>
            <a:endParaRPr sz="1200" dirty="0">
              <a:latin typeface="Arial"/>
              <a:cs typeface="Arial"/>
            </a:endParaRPr>
          </a:p>
          <a:p>
            <a:pPr marL="786765" lvl="1" indent="-316865">
              <a:lnSpc>
                <a:spcPts val="1505"/>
              </a:lnSpc>
              <a:buClr>
                <a:srgbClr val="585858"/>
              </a:buClr>
              <a:buSzPct val="127272"/>
              <a:buAutoNum type="romanLcPeriod"/>
              <a:tabLst>
                <a:tab pos="786765" algn="l"/>
              </a:tabLst>
            </a:pPr>
            <a:r>
              <a:rPr sz="1100" dirty="0">
                <a:latin typeface="Arial"/>
                <a:cs typeface="Arial"/>
              </a:rPr>
              <a:t>Open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PuTTy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“Host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name”</a:t>
            </a:r>
            <a:endParaRPr sz="1100" dirty="0">
              <a:latin typeface="Arial"/>
              <a:cs typeface="Arial"/>
            </a:endParaRPr>
          </a:p>
          <a:p>
            <a:pPr marL="786765">
              <a:lnSpc>
                <a:spcPts val="1140"/>
              </a:lnSpc>
            </a:pPr>
            <a:r>
              <a:rPr sz="1100" dirty="0">
                <a:latin typeface="Arial"/>
                <a:cs typeface="Arial"/>
              </a:rPr>
              <a:t>provide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instance</a:t>
            </a:r>
            <a:endParaRPr sz="1100" dirty="0">
              <a:latin typeface="Arial"/>
              <a:cs typeface="Arial"/>
            </a:endParaRPr>
          </a:p>
          <a:p>
            <a:pPr marL="786765" lvl="1" indent="-316865">
              <a:lnSpc>
                <a:spcPts val="1500"/>
              </a:lnSpc>
              <a:buClr>
                <a:srgbClr val="585858"/>
              </a:buClr>
              <a:buSzPct val="127272"/>
              <a:buAutoNum type="romanLcPeriod" startAt="2"/>
              <a:tabLst>
                <a:tab pos="786765" algn="l"/>
              </a:tabLst>
            </a:pPr>
            <a:r>
              <a:rPr sz="1100" dirty="0">
                <a:latin typeface="Arial"/>
                <a:cs typeface="Arial"/>
              </a:rPr>
              <a:t>Left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panel 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SSH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Browse</a:t>
            </a:r>
            <a:endParaRPr sz="1100" dirty="0">
              <a:latin typeface="Arial"/>
              <a:cs typeface="Arial"/>
            </a:endParaRPr>
          </a:p>
          <a:p>
            <a:pPr marL="786765">
              <a:lnSpc>
                <a:spcPts val="1140"/>
              </a:lnSpc>
            </a:pP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ssh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.pem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file</a:t>
            </a:r>
            <a:endParaRPr sz="1100" dirty="0">
              <a:latin typeface="Arial"/>
              <a:cs typeface="Arial"/>
            </a:endParaRPr>
          </a:p>
          <a:p>
            <a:pPr marL="786765" lvl="1" indent="-316865">
              <a:lnSpc>
                <a:spcPts val="1350"/>
              </a:lnSpc>
              <a:buClr>
                <a:srgbClr val="585858"/>
              </a:buClr>
              <a:buSzPct val="127272"/>
              <a:buAutoNum type="romanLcPeriod" startAt="3"/>
              <a:tabLst>
                <a:tab pos="786765" algn="l"/>
              </a:tabLst>
            </a:pPr>
            <a:r>
              <a:rPr sz="1100" dirty="0">
                <a:latin typeface="Arial"/>
                <a:cs typeface="Arial"/>
              </a:rPr>
              <a:t>Open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Accept</a:t>
            </a:r>
            <a:endParaRPr sz="1100" dirty="0">
              <a:latin typeface="Arial"/>
              <a:cs typeface="Arial"/>
            </a:endParaRPr>
          </a:p>
          <a:p>
            <a:pPr marL="786765" lvl="1" indent="-316865">
              <a:lnSpc>
                <a:spcPts val="1470"/>
              </a:lnSpc>
              <a:buClr>
                <a:srgbClr val="585858"/>
              </a:buClr>
              <a:buSzPct val="127272"/>
              <a:buAutoNum type="romanLcPeriod" startAt="3"/>
              <a:tabLst>
                <a:tab pos="786765" algn="l"/>
              </a:tabLst>
            </a:pPr>
            <a:r>
              <a:rPr sz="1100" dirty="0">
                <a:latin typeface="Arial"/>
                <a:cs typeface="Arial"/>
              </a:rPr>
              <a:t>Provide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username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ec2-</a:t>
            </a:r>
            <a:r>
              <a:rPr sz="1100" spc="-20" dirty="0">
                <a:latin typeface="Arial"/>
                <a:cs typeface="Arial"/>
              </a:rPr>
              <a:t>user</a:t>
            </a:r>
            <a:endParaRPr sz="1100" dirty="0">
              <a:latin typeface="Arial"/>
              <a:cs typeface="Arial"/>
            </a:endParaRPr>
          </a:p>
          <a:p>
            <a:pPr marL="329565">
              <a:lnSpc>
                <a:spcPts val="1260"/>
              </a:lnSpc>
            </a:pPr>
            <a:r>
              <a:rPr sz="1200" dirty="0">
                <a:latin typeface="Arial"/>
                <a:cs typeface="Arial"/>
              </a:rPr>
              <a:t>If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using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Linux/Mac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workstation</a:t>
            </a:r>
            <a:endParaRPr sz="1200" dirty="0">
              <a:latin typeface="Arial"/>
              <a:cs typeface="Arial"/>
            </a:endParaRPr>
          </a:p>
          <a:p>
            <a:pPr marL="786765" indent="-316865">
              <a:lnSpc>
                <a:spcPts val="1505"/>
              </a:lnSpc>
              <a:buClr>
                <a:srgbClr val="585858"/>
              </a:buClr>
              <a:buSzPct val="127272"/>
              <a:buAutoNum type="romanLcPeriod"/>
              <a:tabLst>
                <a:tab pos="786765" algn="l"/>
              </a:tabLst>
            </a:pPr>
            <a:r>
              <a:rPr sz="1100" dirty="0">
                <a:latin typeface="Arial"/>
                <a:cs typeface="Arial"/>
              </a:rPr>
              <a:t>Open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Terminal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endParaRPr sz="1100" dirty="0">
              <a:latin typeface="Arial"/>
              <a:cs typeface="Arial"/>
            </a:endParaRPr>
          </a:p>
          <a:p>
            <a:pPr marL="786765">
              <a:lnSpc>
                <a:spcPts val="1290"/>
              </a:lnSpc>
            </a:pPr>
            <a:r>
              <a:rPr sz="1100" dirty="0">
                <a:latin typeface="Arial"/>
                <a:cs typeface="Arial"/>
              </a:rPr>
              <a:t>command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correct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endParaRPr sz="1100" dirty="0">
              <a:latin typeface="Arial"/>
              <a:cs typeface="Arial"/>
            </a:endParaRPr>
          </a:p>
          <a:p>
            <a:pPr marL="786765">
              <a:lnSpc>
                <a:spcPts val="1170"/>
              </a:lnSpc>
            </a:pPr>
            <a:r>
              <a:rPr sz="1100" dirty="0">
                <a:latin typeface="Arial"/>
                <a:cs typeface="Arial"/>
              </a:rPr>
              <a:t>.pem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file</a:t>
            </a:r>
            <a:endParaRPr sz="1100" dirty="0">
              <a:latin typeface="Arial"/>
              <a:cs typeface="Arial"/>
            </a:endParaRPr>
          </a:p>
          <a:p>
            <a:pPr marL="786765" indent="-316865">
              <a:lnSpc>
                <a:spcPts val="1500"/>
              </a:lnSpc>
              <a:buClr>
                <a:srgbClr val="585858"/>
              </a:buClr>
              <a:buSzPct val="127272"/>
              <a:buAutoNum type="romanLcPeriod" startAt="2"/>
              <a:tabLst>
                <a:tab pos="786765" algn="l"/>
              </a:tabLst>
            </a:pPr>
            <a:r>
              <a:rPr sz="1100" i="1" dirty="0">
                <a:latin typeface="Arial"/>
                <a:cs typeface="Arial"/>
              </a:rPr>
              <a:t>$ssh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-i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&lt;path/to/key.pem&gt;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ec2-</a:t>
            </a:r>
            <a:endParaRPr sz="1100" dirty="0">
              <a:latin typeface="Arial"/>
              <a:cs typeface="Arial"/>
            </a:endParaRPr>
          </a:p>
          <a:p>
            <a:pPr marL="786765">
              <a:lnSpc>
                <a:spcPts val="1290"/>
              </a:lnSpc>
            </a:pPr>
            <a:r>
              <a:rPr sz="1100" i="1" spc="-10" dirty="0">
                <a:latin typeface="Arial"/>
                <a:cs typeface="Arial"/>
              </a:rPr>
              <a:t>user@&lt;ec2-public-ip-address&gt;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2700"/>
            <a:ext cx="7886700" cy="994172"/>
          </a:xfrm>
          <a:prstGeom prst="rect">
            <a:avLst/>
          </a:prstGeom>
        </p:spPr>
        <p:txBody>
          <a:bodyPr vert="horz" wrap="square" lIns="0" tIns="522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5" dirty="0"/>
              <a:t> </a:t>
            </a:r>
            <a:r>
              <a:rPr dirty="0"/>
              <a:t>2</a:t>
            </a:r>
            <a:r>
              <a:rPr spc="-4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Launch</a:t>
            </a:r>
            <a:r>
              <a:rPr spc="-40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dirty="0"/>
              <a:t>EC2</a:t>
            </a:r>
            <a:r>
              <a:rPr spc="-55" dirty="0"/>
              <a:t> </a:t>
            </a:r>
            <a:r>
              <a:rPr dirty="0"/>
              <a:t>instance</a:t>
            </a:r>
            <a:r>
              <a:rPr spc="-5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connect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40" y="1092708"/>
            <a:ext cx="2415540" cy="21899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1440" y="1114044"/>
            <a:ext cx="2415540" cy="21686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2700"/>
            <a:ext cx="788670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dirty="0"/>
              <a:t>Create</a:t>
            </a:r>
            <a:r>
              <a:rPr spc="-3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RDS</a:t>
            </a:r>
            <a:r>
              <a:rPr spc="-4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850" y="988821"/>
            <a:ext cx="8231505" cy="35045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AutoNum type="arabicPeriod"/>
              <a:tabLst>
                <a:tab pos="354965" algn="l"/>
              </a:tabLst>
            </a:pPr>
            <a:r>
              <a:rPr sz="1200" dirty="0">
                <a:latin typeface="Arial"/>
                <a:cs typeface="Arial"/>
              </a:rPr>
              <a:t>Go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 RDS</a:t>
            </a:r>
            <a:r>
              <a:rPr sz="1200" spc="-10" dirty="0">
                <a:latin typeface="Arial"/>
                <a:cs typeface="Arial"/>
              </a:rPr>
              <a:t> console</a:t>
            </a:r>
            <a:endParaRPr sz="1200" dirty="0">
              <a:latin typeface="Arial"/>
              <a:cs typeface="Arial"/>
            </a:endParaRPr>
          </a:p>
          <a:p>
            <a:pPr marL="354965" indent="-342265">
              <a:lnSpc>
                <a:spcPts val="1360"/>
              </a:lnSpc>
              <a:spcBef>
                <a:spcPts val="215"/>
              </a:spcBef>
              <a:buClr>
                <a:srgbClr val="585858"/>
              </a:buClr>
              <a:buAutoNum type="arabicPeriod"/>
              <a:tabLst>
                <a:tab pos="354965" algn="l"/>
              </a:tabLst>
            </a:pPr>
            <a:r>
              <a:rPr sz="1200" dirty="0">
                <a:latin typeface="Arial"/>
                <a:cs typeface="Arial"/>
              </a:rPr>
              <a:t>Create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DB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Subnet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group</a:t>
            </a:r>
            <a:endParaRPr sz="1200" dirty="0">
              <a:latin typeface="Arial"/>
              <a:cs typeface="Arial"/>
            </a:endParaRPr>
          </a:p>
          <a:p>
            <a:pPr marL="722630" lvl="1" indent="-227329">
              <a:lnSpc>
                <a:spcPts val="14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panel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DB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group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Name: </a:t>
            </a:r>
            <a:r>
              <a:rPr sz="1100" spc="-10" dirty="0">
                <a:latin typeface="Arial"/>
                <a:cs typeface="Arial"/>
              </a:rPr>
              <a:t>webapp-db-subnet-</a:t>
            </a:r>
            <a:r>
              <a:rPr sz="1100" dirty="0">
                <a:latin typeface="Arial"/>
                <a:cs typeface="Arial"/>
              </a:rPr>
              <a:t>group,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Description: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DB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group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VPC: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webapp-</a:t>
            </a:r>
            <a:r>
              <a:rPr sz="1100" spc="-25" dirty="0">
                <a:latin typeface="Arial"/>
                <a:cs typeface="Arial"/>
              </a:rPr>
              <a:t>vpc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Add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Subnets: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Availability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Zones: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Subnets: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10.10.11.0/24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AZ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10.10.12.0/24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AZ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  <a:p>
            <a:pPr marL="723900" lvl="1" indent="-228600">
              <a:lnSpc>
                <a:spcPts val="1470"/>
              </a:lnSpc>
              <a:buClr>
                <a:srgbClr val="585858"/>
              </a:buClr>
              <a:buSzPct val="127272"/>
              <a:buAutoNum type="alphaLcPeriod"/>
              <a:tabLst>
                <a:tab pos="723900" algn="l"/>
              </a:tabLst>
            </a:pPr>
            <a:r>
              <a:rPr sz="1100" spc="-10" dirty="0">
                <a:latin typeface="Arial"/>
                <a:cs typeface="Arial"/>
              </a:rPr>
              <a:t>Create</a:t>
            </a:r>
            <a:endParaRPr sz="1100" dirty="0">
              <a:latin typeface="Arial"/>
              <a:cs typeface="Arial"/>
            </a:endParaRPr>
          </a:p>
          <a:p>
            <a:pPr marL="266700" indent="-228600">
              <a:lnSpc>
                <a:spcPts val="1260"/>
              </a:lnSpc>
              <a:buClr>
                <a:srgbClr val="585858"/>
              </a:buClr>
              <a:buAutoNum type="arabicPeriod"/>
              <a:tabLst>
                <a:tab pos="266700" algn="l"/>
              </a:tabLst>
            </a:pPr>
            <a:r>
              <a:rPr sz="1200" dirty="0">
                <a:latin typeface="Arial"/>
                <a:cs typeface="Arial"/>
              </a:rPr>
              <a:t>Go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Databases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-</a:t>
            </a:r>
            <a:r>
              <a:rPr sz="1200" dirty="0">
                <a:latin typeface="Arial"/>
                <a:cs typeface="Arial"/>
              </a:rPr>
              <a:t>&gt;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Create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Database</a:t>
            </a:r>
            <a:endParaRPr sz="1200" dirty="0">
              <a:latin typeface="Arial"/>
              <a:cs typeface="Arial"/>
            </a:endParaRPr>
          </a:p>
          <a:p>
            <a:pPr marL="722630" lvl="1" indent="-227329">
              <a:lnSpc>
                <a:spcPts val="135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Create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Engine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Options: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MySQL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Templates: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tier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DB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cluster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identifier: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webapp-</a:t>
            </a:r>
            <a:r>
              <a:rPr sz="1100" spc="-25" dirty="0">
                <a:latin typeface="Arial"/>
                <a:cs typeface="Arial"/>
              </a:rPr>
              <a:t>db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Credential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Settings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Master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Username: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admin,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Master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password: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&lt;password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choice&gt;,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Confirm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master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password</a:t>
            </a:r>
            <a:endParaRPr sz="1100" dirty="0">
              <a:latin typeface="Arial"/>
              <a:cs typeface="Arial"/>
            </a:endParaRPr>
          </a:p>
          <a:p>
            <a:pPr marL="723900" lvl="1" indent="-228600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723900" algn="l"/>
              </a:tabLst>
            </a:pPr>
            <a:r>
              <a:rPr sz="1100" spc="-10" dirty="0">
                <a:latin typeface="Arial"/>
                <a:cs typeface="Arial"/>
              </a:rPr>
              <a:t>Connectivity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Virtual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Private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Cloud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(VPC):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webapp-</a:t>
            </a:r>
            <a:r>
              <a:rPr sz="1100" spc="-20" dirty="0">
                <a:latin typeface="Arial"/>
                <a:cs typeface="Arial"/>
              </a:rPr>
              <a:t>vpc,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DB Subnet group: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Select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webapp-db-subnet-</a:t>
            </a:r>
            <a:r>
              <a:rPr sz="1100" spc="-20" dirty="0">
                <a:latin typeface="Arial"/>
                <a:cs typeface="Arial"/>
              </a:rPr>
              <a:t>group</a:t>
            </a:r>
            <a:endParaRPr sz="1100" dirty="0">
              <a:latin typeface="Arial"/>
              <a:cs typeface="Arial"/>
            </a:endParaRPr>
          </a:p>
          <a:p>
            <a:pPr marL="1180465" lvl="2" indent="-227965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80465" algn="l"/>
              </a:tabLst>
            </a:pPr>
            <a:r>
              <a:rPr sz="1100" dirty="0">
                <a:latin typeface="Arial"/>
                <a:cs typeface="Arial"/>
              </a:rPr>
              <a:t>Public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access: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No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VPC security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(firewall)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webapp-db-security-group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Database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authentication: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Password </a:t>
            </a:r>
            <a:r>
              <a:rPr sz="1100" spc="-10" dirty="0">
                <a:latin typeface="Arial"/>
                <a:cs typeface="Arial"/>
              </a:rPr>
              <a:t>authentication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5133" y="4421225"/>
            <a:ext cx="12636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585858"/>
                </a:solidFill>
                <a:latin typeface="Arial"/>
                <a:cs typeface="Arial"/>
              </a:rPr>
              <a:t>f.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6305" y="4486490"/>
            <a:ext cx="3376295" cy="1574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5"/>
              </a:lnSpc>
            </a:pPr>
            <a:r>
              <a:rPr sz="1100" dirty="0">
                <a:latin typeface="Arial"/>
                <a:cs typeface="Arial"/>
              </a:rPr>
              <a:t>Additional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configuration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Initial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name: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corp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5133" y="4627575"/>
            <a:ext cx="3658870" cy="19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85"/>
              </a:lnSpc>
            </a:pPr>
            <a:r>
              <a:rPr sz="1400" dirty="0">
                <a:solidFill>
                  <a:srgbClr val="585858"/>
                </a:solidFill>
                <a:latin typeface="Arial"/>
                <a:cs typeface="Arial"/>
              </a:rPr>
              <a:t>g.</a:t>
            </a:r>
            <a:r>
              <a:rPr sz="1400" spc="21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&amp;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wait for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fully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created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350"/>
            <a:ext cx="788670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dirty="0"/>
              <a:t>Create</a:t>
            </a:r>
            <a:r>
              <a:rPr spc="-3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RDS</a:t>
            </a:r>
            <a:r>
              <a:rPr spc="-45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850" y="987678"/>
            <a:ext cx="8028305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1360"/>
              </a:lnSpc>
              <a:spcBef>
                <a:spcPts val="100"/>
              </a:spcBef>
              <a:buClr>
                <a:srgbClr val="585858"/>
              </a:buClr>
              <a:buAutoNum type="arabicPeriod" startAt="4"/>
              <a:tabLst>
                <a:tab pos="354965" algn="l"/>
              </a:tabLst>
            </a:pPr>
            <a:r>
              <a:rPr sz="1200" dirty="0">
                <a:latin typeface="Arial"/>
                <a:cs typeface="Arial"/>
              </a:rPr>
              <a:t>Update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DB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security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group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allow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inbound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VPC</a:t>
            </a:r>
            <a:r>
              <a:rPr sz="1200" spc="-20" dirty="0">
                <a:latin typeface="Arial"/>
                <a:cs typeface="Arial"/>
              </a:rPr>
              <a:t> CIDR</a:t>
            </a:r>
            <a:endParaRPr sz="1200">
              <a:latin typeface="Arial"/>
              <a:cs typeface="Arial"/>
            </a:endParaRPr>
          </a:p>
          <a:p>
            <a:pPr marL="722630" lvl="1" indent="-227329">
              <a:lnSpc>
                <a:spcPts val="157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Connectivity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&amp;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Click 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VPC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link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(this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open</a:t>
            </a:r>
            <a:endParaRPr sz="1100">
              <a:latin typeface="Arial"/>
              <a:cs typeface="Arial"/>
            </a:endParaRPr>
          </a:p>
          <a:p>
            <a:pPr marL="723900">
              <a:lnSpc>
                <a:spcPts val="1140"/>
              </a:lnSpc>
            </a:pPr>
            <a:r>
              <a:rPr sz="1100" dirty="0">
                <a:latin typeface="Arial"/>
                <a:cs typeface="Arial"/>
              </a:rPr>
              <a:t>EC2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console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security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group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selected)</a:t>
            </a:r>
            <a:endParaRPr sz="1100">
              <a:latin typeface="Arial"/>
              <a:cs typeface="Arial"/>
            </a:endParaRPr>
          </a:p>
          <a:p>
            <a:pPr marL="722630" lvl="1" indent="-227329">
              <a:lnSpc>
                <a:spcPts val="1530"/>
              </a:lnSpc>
              <a:buClr>
                <a:srgbClr val="585858"/>
              </a:buClr>
              <a:buSzPct val="127272"/>
              <a:buAutoNum type="alphaLcPeriod" startAt="2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inbound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Edit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inbound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Update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10.10.0.0/16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048" y="1965960"/>
            <a:ext cx="6771132" cy="2654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88670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3</a:t>
            </a:r>
            <a:r>
              <a:rPr spc="-30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dirty="0"/>
              <a:t>Create</a:t>
            </a:r>
            <a:r>
              <a:rPr spc="-3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RDS</a:t>
            </a:r>
            <a:r>
              <a:rPr spc="-45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8491" y="915922"/>
            <a:ext cx="6620509" cy="4112260"/>
            <a:chOff x="888491" y="915922"/>
            <a:chExt cx="6620509" cy="41122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8491" y="915922"/>
              <a:ext cx="6620256" cy="41117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69941" y="3739133"/>
              <a:ext cx="2225040" cy="276225"/>
            </a:xfrm>
            <a:custGeom>
              <a:avLst/>
              <a:gdLst/>
              <a:ahLst/>
              <a:cxnLst/>
              <a:rect l="l" t="t" r="r" b="b"/>
              <a:pathLst>
                <a:path w="2225040" h="276225">
                  <a:moveTo>
                    <a:pt x="0" y="275843"/>
                  </a:moveTo>
                  <a:lnTo>
                    <a:pt x="2225040" y="275843"/>
                  </a:lnTo>
                  <a:lnTo>
                    <a:pt x="2225040" y="0"/>
                  </a:lnTo>
                  <a:lnTo>
                    <a:pt x="0" y="0"/>
                  </a:lnTo>
                  <a:lnTo>
                    <a:pt x="0" y="275843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81506" y="4594656"/>
            <a:ext cx="13538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AF50"/>
                </a:solidFill>
                <a:latin typeface="Arial"/>
                <a:cs typeface="Arial"/>
              </a:rPr>
              <a:t>DB</a:t>
            </a:r>
            <a:r>
              <a:rPr sz="11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AF50"/>
                </a:solidFill>
                <a:latin typeface="Arial"/>
                <a:cs typeface="Arial"/>
              </a:rPr>
              <a:t>instance</a:t>
            </a:r>
            <a:r>
              <a:rPr sz="11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AF50"/>
                </a:solidFill>
                <a:latin typeface="Arial"/>
                <a:cs typeface="Arial"/>
              </a:rPr>
              <a:t>endpoint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33295" y="3944111"/>
            <a:ext cx="91440" cy="622300"/>
          </a:xfrm>
          <a:custGeom>
            <a:avLst/>
            <a:gdLst/>
            <a:ahLst/>
            <a:cxnLst/>
            <a:rect l="l" t="t" r="r" b="b"/>
            <a:pathLst>
              <a:path w="91439" h="622300">
                <a:moveTo>
                  <a:pt x="44262" y="75382"/>
                </a:moveTo>
                <a:lnTo>
                  <a:pt x="31689" y="76458"/>
                </a:lnTo>
                <a:lnTo>
                  <a:pt x="78266" y="620966"/>
                </a:lnTo>
                <a:lnTo>
                  <a:pt x="78359" y="622046"/>
                </a:lnTo>
                <a:lnTo>
                  <a:pt x="90931" y="620966"/>
                </a:lnTo>
                <a:lnTo>
                  <a:pt x="44354" y="76458"/>
                </a:lnTo>
                <a:lnTo>
                  <a:pt x="44262" y="75382"/>
                </a:lnTo>
                <a:close/>
              </a:path>
              <a:path w="91439" h="622300">
                <a:moveTo>
                  <a:pt x="31496" y="0"/>
                </a:moveTo>
                <a:lnTo>
                  <a:pt x="0" y="79171"/>
                </a:lnTo>
                <a:lnTo>
                  <a:pt x="31689" y="76458"/>
                </a:lnTo>
                <a:lnTo>
                  <a:pt x="30606" y="63804"/>
                </a:lnTo>
                <a:lnTo>
                  <a:pt x="43180" y="62725"/>
                </a:lnTo>
                <a:lnTo>
                  <a:pt x="69863" y="62725"/>
                </a:lnTo>
                <a:lnTo>
                  <a:pt x="31496" y="0"/>
                </a:lnTo>
                <a:close/>
              </a:path>
              <a:path w="91439" h="622300">
                <a:moveTo>
                  <a:pt x="43180" y="62725"/>
                </a:moveTo>
                <a:lnTo>
                  <a:pt x="30606" y="63804"/>
                </a:lnTo>
                <a:lnTo>
                  <a:pt x="31597" y="75382"/>
                </a:lnTo>
                <a:lnTo>
                  <a:pt x="31689" y="76458"/>
                </a:lnTo>
                <a:lnTo>
                  <a:pt x="44262" y="75382"/>
                </a:lnTo>
                <a:lnTo>
                  <a:pt x="43272" y="63804"/>
                </a:lnTo>
                <a:lnTo>
                  <a:pt x="43180" y="62725"/>
                </a:lnTo>
                <a:close/>
              </a:path>
              <a:path w="91439" h="622300">
                <a:moveTo>
                  <a:pt x="69863" y="62725"/>
                </a:moveTo>
                <a:lnTo>
                  <a:pt x="43180" y="62725"/>
                </a:lnTo>
                <a:lnTo>
                  <a:pt x="44262" y="75382"/>
                </a:lnTo>
                <a:lnTo>
                  <a:pt x="75946" y="72669"/>
                </a:lnTo>
                <a:lnTo>
                  <a:pt x="69863" y="62725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739"/>
            <a:ext cx="788670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4</a:t>
            </a:r>
            <a:r>
              <a:rPr spc="-5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Install</a:t>
            </a:r>
            <a:r>
              <a:rPr spc="-7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configure</a:t>
            </a:r>
            <a:r>
              <a:rPr spc="-65" dirty="0"/>
              <a:t> </a:t>
            </a:r>
            <a:r>
              <a:rPr dirty="0"/>
              <a:t>webapp</a:t>
            </a:r>
            <a:r>
              <a:rPr spc="-50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spc="-25" dirty="0"/>
              <a:t>EC2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850" y="893445"/>
            <a:ext cx="4210050" cy="4464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15"/>
              </a:spcBef>
              <a:buClr>
                <a:srgbClr val="585858"/>
              </a:buClr>
              <a:buAutoNum type="arabicPeriod"/>
              <a:tabLst>
                <a:tab pos="354965" algn="l"/>
              </a:tabLst>
            </a:pPr>
            <a:r>
              <a:rPr sz="1200" dirty="0">
                <a:latin typeface="Arial"/>
                <a:cs typeface="Arial"/>
              </a:rPr>
              <a:t>Connect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EC2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over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SSH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using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EC2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Public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IP</a:t>
            </a:r>
            <a:endParaRPr sz="1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585858"/>
              </a:buClr>
              <a:buAutoNum type="arabicPeriod"/>
              <a:tabLst>
                <a:tab pos="354965" algn="l"/>
              </a:tabLst>
            </a:pPr>
            <a:r>
              <a:rPr sz="1200" dirty="0">
                <a:latin typeface="Arial"/>
                <a:cs typeface="Arial"/>
              </a:rPr>
              <a:t>Install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Apache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PHP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packages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850" y="2393137"/>
            <a:ext cx="26238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spc="-25" dirty="0">
                <a:solidFill>
                  <a:srgbClr val="585858"/>
                </a:solidFill>
                <a:latin typeface="Arial"/>
                <a:cs typeface="Arial"/>
              </a:rPr>
              <a:t>3.</a:t>
            </a:r>
            <a:r>
              <a:rPr sz="1200" dirty="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sz="1200" dirty="0">
                <a:latin typeface="Arial"/>
                <a:cs typeface="Arial"/>
              </a:rPr>
              <a:t>Configure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DB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connection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settings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958" y="3324859"/>
            <a:ext cx="7553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Create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new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file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called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dbinfo.inc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[using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your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favourite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editor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like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vi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or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nano]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and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add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following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content.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Replace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values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for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the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parameters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based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your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environment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5444" y="3794759"/>
            <a:ext cx="8030209" cy="110807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Arial"/>
                <a:cs typeface="Arial"/>
              </a:rPr>
              <a:t>&lt;?php</a:t>
            </a:r>
            <a:endParaRPr sz="1100" dirty="0">
              <a:latin typeface="Arial"/>
              <a:cs typeface="Arial"/>
            </a:endParaRPr>
          </a:p>
          <a:p>
            <a:pPr marL="91440" marR="501142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define('DB_SERVER',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'db_instance_endpoint'</a:t>
            </a:r>
            <a:r>
              <a:rPr sz="1100" spc="-10" dirty="0">
                <a:latin typeface="Arial"/>
                <a:cs typeface="Arial"/>
              </a:rPr>
              <a:t>); define('DB_USERNAME',</a:t>
            </a:r>
            <a:r>
              <a:rPr sz="1100" spc="8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'admin'</a:t>
            </a:r>
            <a:r>
              <a:rPr sz="1100" spc="-10" dirty="0">
                <a:latin typeface="Arial"/>
                <a:cs typeface="Arial"/>
              </a:rPr>
              <a:t>); define('DB_PASSWORD',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0000"/>
                </a:solidFill>
                <a:latin typeface="Arial"/>
                <a:cs typeface="Arial"/>
              </a:rPr>
              <a:t>'master</a:t>
            </a:r>
            <a:r>
              <a:rPr sz="11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password'</a:t>
            </a:r>
            <a:r>
              <a:rPr sz="1100" spc="-10" dirty="0">
                <a:latin typeface="Arial"/>
                <a:cs typeface="Arial"/>
              </a:rPr>
              <a:t>); define('DB_DATABASE',</a:t>
            </a:r>
            <a:r>
              <a:rPr sz="1100" spc="9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'corp'</a:t>
            </a:r>
            <a:r>
              <a:rPr sz="1100" spc="-10" dirty="0">
                <a:latin typeface="Arial"/>
                <a:cs typeface="Arial"/>
              </a:rPr>
              <a:t>);</a:t>
            </a:r>
            <a:endParaRPr sz="11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100" spc="-25" dirty="0">
                <a:latin typeface="Arial"/>
                <a:cs typeface="Arial"/>
              </a:rPr>
              <a:t>?&gt;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5444" y="1379219"/>
            <a:ext cx="8030209" cy="10166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200" i="1" dirty="0">
                <a:latin typeface="Arial"/>
                <a:cs typeface="Arial"/>
              </a:rPr>
              <a:t>$sudo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su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$dnf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update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-</a:t>
            </a:r>
            <a:r>
              <a:rPr sz="1200" i="1" spc="-50" dirty="0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$dnf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-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httpd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php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php-</a:t>
            </a:r>
            <a:r>
              <a:rPr sz="1200" i="1" dirty="0">
                <a:latin typeface="Arial"/>
                <a:cs typeface="Arial"/>
              </a:rPr>
              <a:t>mysqli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mariadb105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$systemctl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start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httpd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$systemctl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enable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httpd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5444" y="2708148"/>
            <a:ext cx="8030209" cy="64643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254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4"/>
              </a:spcBef>
            </a:pPr>
            <a:r>
              <a:rPr sz="1200" i="1" dirty="0">
                <a:latin typeface="Arial"/>
                <a:cs typeface="Arial"/>
              </a:rPr>
              <a:t>$cd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/var/www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$mkdir</a:t>
            </a:r>
            <a:r>
              <a:rPr sz="1200" i="1" spc="-4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inc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$cd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inc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70" dirty="0"/>
              <a:t> </a:t>
            </a:r>
            <a:r>
              <a:rPr dirty="0"/>
              <a:t>4</a:t>
            </a:r>
            <a:r>
              <a:rPr spc="-5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dirty="0"/>
              <a:t>Install</a:t>
            </a:r>
            <a:r>
              <a:rPr spc="-7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configure</a:t>
            </a:r>
            <a:r>
              <a:rPr spc="-65" dirty="0"/>
              <a:t> </a:t>
            </a:r>
            <a:r>
              <a:rPr dirty="0"/>
              <a:t>webapp</a:t>
            </a:r>
            <a:r>
              <a:rPr spc="-50" dirty="0"/>
              <a:t> </a:t>
            </a:r>
            <a:r>
              <a:rPr dirty="0"/>
              <a:t>on</a:t>
            </a:r>
            <a:r>
              <a:rPr spc="-55" dirty="0"/>
              <a:t> </a:t>
            </a:r>
            <a:r>
              <a:rPr spc="-25" dirty="0"/>
              <a:t>EC2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28650" y="1369219"/>
            <a:ext cx="7886700" cy="85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1360"/>
              </a:lnSpc>
              <a:spcBef>
                <a:spcPts val="100"/>
              </a:spcBef>
              <a:buClr>
                <a:srgbClr val="585858"/>
              </a:buClr>
              <a:buAutoNum type="arabicPeriod" startAt="4"/>
              <a:tabLst>
                <a:tab pos="354965" algn="l"/>
              </a:tabLst>
            </a:pPr>
            <a:r>
              <a:rPr sz="1200" dirty="0"/>
              <a:t>Create</a:t>
            </a:r>
            <a:r>
              <a:rPr sz="1200" spc="-50" dirty="0"/>
              <a:t> </a:t>
            </a:r>
            <a:r>
              <a:rPr sz="1200" dirty="0"/>
              <a:t>application</a:t>
            </a:r>
            <a:r>
              <a:rPr sz="1200" spc="-70" dirty="0"/>
              <a:t> </a:t>
            </a:r>
            <a:r>
              <a:rPr sz="1200" dirty="0"/>
              <a:t>file</a:t>
            </a:r>
            <a:r>
              <a:rPr sz="1200" spc="-35" dirty="0"/>
              <a:t> </a:t>
            </a:r>
            <a:r>
              <a:rPr sz="1200" dirty="0"/>
              <a:t>corp.php</a:t>
            </a:r>
            <a:r>
              <a:rPr sz="1200" spc="-50" dirty="0"/>
              <a:t> </a:t>
            </a:r>
            <a:r>
              <a:rPr sz="1200" dirty="0"/>
              <a:t>in</a:t>
            </a:r>
            <a:r>
              <a:rPr sz="1200" spc="-40" dirty="0"/>
              <a:t> </a:t>
            </a:r>
            <a:r>
              <a:rPr sz="1200" dirty="0"/>
              <a:t>/var/www/html</a:t>
            </a:r>
            <a:r>
              <a:rPr sz="1200" spc="-10" dirty="0"/>
              <a:t> directory.</a:t>
            </a:r>
            <a:endParaRPr sz="1200" dirty="0"/>
          </a:p>
          <a:p>
            <a:pPr marL="722630" lvl="1" indent="-227329">
              <a:lnSpc>
                <a:spcPts val="1570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You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corp.php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github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repo:</a:t>
            </a:r>
            <a:endParaRPr sz="11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0"/>
              </a:spcBef>
              <a:buClr>
                <a:srgbClr val="585858"/>
              </a:buClr>
              <a:buAutoNum type="arabicPeriod" startAt="5"/>
              <a:tabLst>
                <a:tab pos="354965" algn="l"/>
              </a:tabLst>
            </a:pPr>
            <a:r>
              <a:rPr sz="1200" dirty="0"/>
              <a:t>Open</a:t>
            </a:r>
            <a:r>
              <a:rPr sz="1200" spc="-25" dirty="0"/>
              <a:t> </a:t>
            </a:r>
            <a:r>
              <a:rPr sz="1200" dirty="0"/>
              <a:t>your</a:t>
            </a:r>
            <a:r>
              <a:rPr sz="1200" spc="-10" dirty="0"/>
              <a:t> </a:t>
            </a:r>
            <a:r>
              <a:rPr sz="1200" dirty="0"/>
              <a:t>browser</a:t>
            </a:r>
            <a:r>
              <a:rPr sz="1200" spc="-20" dirty="0"/>
              <a:t> </a:t>
            </a:r>
            <a:r>
              <a:rPr sz="1200" dirty="0"/>
              <a:t>and</a:t>
            </a:r>
            <a:r>
              <a:rPr sz="1200" spc="-30" dirty="0"/>
              <a:t> </a:t>
            </a:r>
            <a:r>
              <a:rPr sz="1200" dirty="0"/>
              <a:t>hit</a:t>
            </a:r>
            <a:r>
              <a:rPr sz="1200" spc="-20" dirty="0"/>
              <a:t> </a:t>
            </a:r>
            <a:r>
              <a:rPr sz="1200" dirty="0"/>
              <a:t>the</a:t>
            </a:r>
            <a:r>
              <a:rPr sz="1200" spc="-15" dirty="0"/>
              <a:t> </a:t>
            </a:r>
            <a:r>
              <a:rPr sz="1200" dirty="0"/>
              <a:t>URL </a:t>
            </a:r>
            <a:r>
              <a:rPr sz="1200" u="sng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hlinkClick r:id="rId2"/>
              </a:rPr>
              <a:t>http://PUBLICIP/corp.php</a:t>
            </a:r>
            <a:endParaRPr sz="1200" dirty="0"/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Clr>
                <a:srgbClr val="585858"/>
              </a:buClr>
              <a:buAutoNum type="arabicPeriod" startAt="5"/>
              <a:tabLst>
                <a:tab pos="354965" algn="l"/>
              </a:tabLst>
            </a:pPr>
            <a:r>
              <a:rPr sz="1200" dirty="0"/>
              <a:t>Add</a:t>
            </a:r>
            <a:r>
              <a:rPr sz="1200" spc="-25" dirty="0"/>
              <a:t> </a:t>
            </a:r>
            <a:r>
              <a:rPr sz="1200" dirty="0"/>
              <a:t>few</a:t>
            </a:r>
            <a:r>
              <a:rPr sz="1200" spc="-20" dirty="0"/>
              <a:t> </a:t>
            </a:r>
            <a:r>
              <a:rPr sz="1200" dirty="0"/>
              <a:t>sample</a:t>
            </a:r>
            <a:r>
              <a:rPr sz="1200" spc="-50" dirty="0"/>
              <a:t> </a:t>
            </a:r>
            <a:r>
              <a:rPr sz="1200" dirty="0"/>
              <a:t>entries</a:t>
            </a:r>
            <a:r>
              <a:rPr sz="1200" spc="-15" dirty="0"/>
              <a:t> </a:t>
            </a:r>
            <a:r>
              <a:rPr sz="1200" dirty="0"/>
              <a:t>from</a:t>
            </a:r>
            <a:r>
              <a:rPr sz="1200" spc="-20" dirty="0"/>
              <a:t> </a:t>
            </a:r>
            <a:r>
              <a:rPr sz="1200" dirty="0"/>
              <a:t>the</a:t>
            </a:r>
            <a:r>
              <a:rPr sz="1200" spc="-25" dirty="0"/>
              <a:t> </a:t>
            </a:r>
            <a:r>
              <a:rPr sz="1200" dirty="0"/>
              <a:t>form</a:t>
            </a:r>
            <a:r>
              <a:rPr sz="1200" spc="-15" dirty="0"/>
              <a:t> </a:t>
            </a:r>
            <a:r>
              <a:rPr sz="1200" dirty="0"/>
              <a:t>on</a:t>
            </a:r>
            <a:r>
              <a:rPr sz="1200" spc="-20" dirty="0"/>
              <a:t> </a:t>
            </a:r>
            <a:r>
              <a:rPr sz="1200" dirty="0"/>
              <a:t>the</a:t>
            </a:r>
            <a:r>
              <a:rPr sz="1200" spc="-15" dirty="0"/>
              <a:t> </a:t>
            </a:r>
            <a:r>
              <a:rPr sz="1200" spc="-10" dirty="0"/>
              <a:t>webpage</a:t>
            </a:r>
            <a:endParaRPr sz="12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9704" y="2359151"/>
            <a:ext cx="7499604" cy="19127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" y="25400"/>
            <a:ext cx="7886700" cy="994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5</a:t>
            </a:r>
            <a:r>
              <a:rPr spc="-3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Verify</a:t>
            </a:r>
            <a:r>
              <a:rPr spc="-4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4850" y="920877"/>
            <a:ext cx="2922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spc="-25" dirty="0">
                <a:solidFill>
                  <a:srgbClr val="585858"/>
                </a:solidFill>
                <a:latin typeface="Arial"/>
                <a:cs typeface="Arial"/>
              </a:rPr>
              <a:t>1.</a:t>
            </a:r>
            <a:r>
              <a:rPr sz="1200" dirty="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sz="1200" dirty="0">
                <a:latin typeface="Arial"/>
                <a:cs typeface="Arial"/>
              </a:rPr>
              <a:t>Install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mqsql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client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ec2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instance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850" y="2919476"/>
            <a:ext cx="3105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spc="-25" dirty="0">
                <a:solidFill>
                  <a:srgbClr val="585858"/>
                </a:solidFill>
                <a:latin typeface="Arial"/>
                <a:cs typeface="Arial"/>
              </a:rPr>
              <a:t>2.</a:t>
            </a:r>
            <a:r>
              <a:rPr sz="1200" dirty="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sz="1200" dirty="0">
                <a:latin typeface="Arial"/>
                <a:cs typeface="Arial"/>
              </a:rPr>
              <a:t>Connect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Database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query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850" y="3733596"/>
            <a:ext cx="778383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14999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200" spc="-25" dirty="0">
                <a:solidFill>
                  <a:srgbClr val="585858"/>
                </a:solidFill>
                <a:latin typeface="Arial"/>
                <a:cs typeface="Arial"/>
              </a:rPr>
              <a:t>3.</a:t>
            </a:r>
            <a:r>
              <a:rPr sz="1200" dirty="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sz="1200" dirty="0">
                <a:latin typeface="Arial"/>
                <a:cs typeface="Arial"/>
              </a:rPr>
              <a:t>Add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more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page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changes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reflect.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Optionally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insert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database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table </a:t>
            </a:r>
            <a:r>
              <a:rPr sz="1200" dirty="0">
                <a:latin typeface="Arial"/>
                <a:cs typeface="Arial"/>
              </a:rPr>
              <a:t>directly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webpage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displays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4296" y="3160776"/>
            <a:ext cx="8030209" cy="6007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100" i="1" dirty="0">
                <a:latin typeface="Arial"/>
                <a:cs typeface="Arial"/>
              </a:rPr>
              <a:t>$mysql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-h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&lt;database</a:t>
            </a:r>
            <a:r>
              <a:rPr sz="11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0000"/>
                </a:solidFill>
                <a:latin typeface="Arial"/>
                <a:cs typeface="Arial"/>
              </a:rPr>
              <a:t>endpoint&gt;</a:t>
            </a:r>
            <a:r>
              <a:rPr sz="11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-u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admin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–p</a:t>
            </a:r>
            <a:endParaRPr sz="11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$MySQL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[(none)]&gt;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connect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corp</a:t>
            </a:r>
            <a:endParaRPr sz="11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$MySQL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[corp]&gt;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select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*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from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EMPLOYEES;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4296" y="1165860"/>
            <a:ext cx="8030209" cy="15697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200" i="1" dirty="0">
                <a:latin typeface="Arial"/>
                <a:cs typeface="Arial"/>
              </a:rPr>
              <a:t>#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pip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(Amazon</a:t>
            </a:r>
            <a:r>
              <a:rPr sz="1200" i="1" spc="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Linux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2023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does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not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have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one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by</a:t>
            </a:r>
            <a:r>
              <a:rPr sz="1200" i="1" spc="-10" dirty="0">
                <a:latin typeface="Arial"/>
                <a:cs typeface="Arial"/>
              </a:rPr>
              <a:t> default)</a:t>
            </a:r>
            <a:endParaRPr sz="12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$dnf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-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1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pip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200" i="1" dirty="0">
                <a:latin typeface="Arial"/>
                <a:cs typeface="Arial"/>
              </a:rPr>
              <a:t>#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dependencies</a:t>
            </a:r>
            <a:endParaRPr sz="12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$dnf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-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4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mariadb105-</a:t>
            </a:r>
            <a:r>
              <a:rPr sz="1200" i="1" dirty="0">
                <a:latin typeface="Arial"/>
                <a:cs typeface="Arial"/>
              </a:rPr>
              <a:t>devel</a:t>
            </a:r>
            <a:r>
              <a:rPr sz="1200" i="1" spc="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gcc</a:t>
            </a:r>
            <a:r>
              <a:rPr sz="1200" i="1" spc="-10" dirty="0">
                <a:latin typeface="Arial"/>
                <a:cs typeface="Arial"/>
              </a:rPr>
              <a:t> python3-devel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#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mysqlclient</a:t>
            </a:r>
            <a:endParaRPr sz="12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$pip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install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mysqlclient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296" y="4308347"/>
            <a:ext cx="8030209" cy="4298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 marR="335026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latin typeface="Arial"/>
                <a:cs typeface="Arial"/>
              </a:rPr>
              <a:t>MySQL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[corp]&gt;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insert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into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EMPLOYEES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values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('2','Pankaj','35','Mumbai'); </a:t>
            </a:r>
            <a:r>
              <a:rPr sz="1100" i="1" dirty="0">
                <a:latin typeface="Arial"/>
                <a:cs typeface="Arial"/>
              </a:rPr>
              <a:t>Query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OK,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1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row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affected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(0.003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sec)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51" y="891540"/>
            <a:ext cx="7554468" cy="40416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0"/>
            <a:ext cx="7886700" cy="994172"/>
          </a:xfrm>
          <a:prstGeom prst="rect">
            <a:avLst/>
          </a:prstGeom>
        </p:spPr>
        <p:txBody>
          <a:bodyPr vert="horz" wrap="square" lIns="0" tIns="96444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5</a:t>
            </a:r>
            <a:r>
              <a:rPr spc="-3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Verify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444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0" dirty="0"/>
              <a:t> </a:t>
            </a:r>
            <a:r>
              <a:rPr dirty="0"/>
              <a:t>5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Verify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web</a:t>
            </a:r>
            <a:r>
              <a:rPr spc="-35" dirty="0"/>
              <a:t> </a:t>
            </a:r>
            <a:r>
              <a:rPr spc="-20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27" y="1237488"/>
            <a:ext cx="8238744" cy="236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7744" y="4199940"/>
            <a:ext cx="65766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AF50"/>
                </a:solidFill>
                <a:latin typeface="Arial"/>
                <a:cs typeface="Arial"/>
              </a:rPr>
              <a:t>Congratulations</a:t>
            </a:r>
            <a:r>
              <a:rPr sz="14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!!</a:t>
            </a:r>
            <a:r>
              <a:rPr sz="1400" b="1" spc="-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You</a:t>
            </a:r>
            <a:r>
              <a:rPr sz="1400" b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have</a:t>
            </a:r>
            <a:r>
              <a:rPr sz="1400" b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completed</a:t>
            </a:r>
            <a:r>
              <a:rPr sz="14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part</a:t>
            </a:r>
            <a:r>
              <a:rPr sz="14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1</a:t>
            </a:r>
            <a:r>
              <a:rPr sz="1400" b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AF50"/>
                </a:solidFill>
                <a:latin typeface="Arial"/>
                <a:cs typeface="Arial"/>
              </a:rPr>
              <a:t>assignment</a:t>
            </a:r>
            <a:r>
              <a:rPr sz="14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AF50"/>
                </a:solidFill>
                <a:latin typeface="Arial"/>
                <a:cs typeface="Arial"/>
              </a:rPr>
              <a:t>successfully.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60" dirty="0"/>
              <a:t> </a:t>
            </a:r>
            <a:r>
              <a:rPr dirty="0"/>
              <a:t>6</a:t>
            </a:r>
            <a:r>
              <a:rPr spc="-4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Setup</a:t>
            </a:r>
            <a:r>
              <a:rPr spc="-50" dirty="0"/>
              <a:t> </a:t>
            </a:r>
            <a:r>
              <a:rPr dirty="0"/>
              <a:t>Public</a:t>
            </a:r>
            <a:r>
              <a:rPr spc="-50" dirty="0"/>
              <a:t> </a:t>
            </a:r>
            <a:r>
              <a:rPr spc="-25" dirty="0"/>
              <a:t>DNS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28650" y="1369219"/>
            <a:ext cx="7886700" cy="29566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1614"/>
              </a:lnSpc>
              <a:spcBef>
                <a:spcPts val="105"/>
              </a:spcBef>
              <a:buClr>
                <a:srgbClr val="585858"/>
              </a:buClr>
              <a:buAutoNum type="arabicPeriod"/>
              <a:tabLst>
                <a:tab pos="354965" algn="l"/>
              </a:tabLst>
            </a:pPr>
            <a:r>
              <a:rPr dirty="0"/>
              <a:t>Setup</a:t>
            </a:r>
            <a:r>
              <a:rPr spc="-4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public</a:t>
            </a:r>
            <a:r>
              <a:rPr spc="-30" dirty="0"/>
              <a:t> </a:t>
            </a:r>
            <a:r>
              <a:rPr dirty="0"/>
              <a:t>DNS</a:t>
            </a:r>
            <a:r>
              <a:rPr spc="-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web</a:t>
            </a:r>
            <a:r>
              <a:rPr spc="-10" dirty="0"/>
              <a:t> application</a:t>
            </a:r>
          </a:p>
          <a:p>
            <a:pPr marL="722630" lvl="1" indent="-227329">
              <a:lnSpc>
                <a:spcPts val="1585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Assuming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already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got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domain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Route53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hosted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zone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described</a:t>
            </a:r>
            <a:endParaRPr sz="1100" dirty="0">
              <a:latin typeface="Arial"/>
              <a:cs typeface="Arial"/>
            </a:endParaRPr>
          </a:p>
          <a:p>
            <a:pPr marL="723900">
              <a:lnSpc>
                <a:spcPts val="1140"/>
              </a:lnSpc>
            </a:pPr>
            <a:r>
              <a:rPr sz="1100" dirty="0"/>
              <a:t>in</a:t>
            </a:r>
            <a:r>
              <a:rPr sz="1100" spc="-20" dirty="0"/>
              <a:t> </a:t>
            </a:r>
            <a:r>
              <a:rPr sz="1100" dirty="0"/>
              <a:t>the</a:t>
            </a:r>
            <a:r>
              <a:rPr sz="1100" spc="-40" dirty="0"/>
              <a:t> </a:t>
            </a:r>
            <a:r>
              <a:rPr sz="1100" spc="-10" dirty="0"/>
              <a:t>pre-requisites</a:t>
            </a:r>
            <a:r>
              <a:rPr sz="1100" spc="-60" dirty="0"/>
              <a:t> </a:t>
            </a:r>
            <a:r>
              <a:rPr sz="1100" dirty="0"/>
              <a:t>section.</a:t>
            </a:r>
            <a:r>
              <a:rPr sz="1100" spc="-35" dirty="0"/>
              <a:t> </a:t>
            </a:r>
            <a:r>
              <a:rPr sz="1100" dirty="0"/>
              <a:t>You</a:t>
            </a:r>
            <a:r>
              <a:rPr sz="1100" spc="-35" dirty="0"/>
              <a:t> </a:t>
            </a:r>
            <a:r>
              <a:rPr sz="1100" dirty="0"/>
              <a:t>can’t</a:t>
            </a:r>
            <a:r>
              <a:rPr sz="1100" spc="-20" dirty="0"/>
              <a:t> </a:t>
            </a:r>
            <a:r>
              <a:rPr sz="1100" dirty="0"/>
              <a:t>proceed</a:t>
            </a:r>
            <a:r>
              <a:rPr sz="1100" spc="-40" dirty="0"/>
              <a:t> </a:t>
            </a:r>
            <a:r>
              <a:rPr sz="1100" dirty="0"/>
              <a:t>with</a:t>
            </a:r>
            <a:r>
              <a:rPr sz="1100" spc="-5" dirty="0"/>
              <a:t> </a:t>
            </a:r>
            <a:r>
              <a:rPr sz="1100" dirty="0"/>
              <a:t>following</a:t>
            </a:r>
            <a:r>
              <a:rPr sz="1100" spc="-10" dirty="0"/>
              <a:t> </a:t>
            </a:r>
            <a:r>
              <a:rPr sz="1100" dirty="0"/>
              <a:t>steps</a:t>
            </a:r>
            <a:r>
              <a:rPr sz="1100" spc="-40" dirty="0"/>
              <a:t> </a:t>
            </a:r>
            <a:r>
              <a:rPr sz="1100" dirty="0"/>
              <a:t>if</a:t>
            </a:r>
            <a:r>
              <a:rPr sz="1100" spc="-20" dirty="0"/>
              <a:t> </a:t>
            </a:r>
            <a:r>
              <a:rPr sz="1100" dirty="0"/>
              <a:t>you</a:t>
            </a:r>
            <a:r>
              <a:rPr sz="1100" spc="-25" dirty="0"/>
              <a:t> </a:t>
            </a:r>
            <a:r>
              <a:rPr sz="1100" dirty="0"/>
              <a:t>haven’t</a:t>
            </a:r>
            <a:r>
              <a:rPr sz="1100" spc="-10" dirty="0"/>
              <a:t> </a:t>
            </a:r>
            <a:r>
              <a:rPr sz="1100" dirty="0"/>
              <a:t>done</a:t>
            </a:r>
            <a:r>
              <a:rPr sz="1100" spc="-30" dirty="0"/>
              <a:t> </a:t>
            </a:r>
            <a:r>
              <a:rPr sz="1100" dirty="0"/>
              <a:t>those</a:t>
            </a:r>
            <a:r>
              <a:rPr sz="1100" spc="-40" dirty="0"/>
              <a:t> </a:t>
            </a:r>
            <a:r>
              <a:rPr sz="1100" spc="-10" dirty="0"/>
              <a:t>steps.</a:t>
            </a:r>
            <a:endParaRPr sz="1100" dirty="0"/>
          </a:p>
          <a:p>
            <a:pPr marL="722630" lvl="1" indent="-227329">
              <a:lnSpc>
                <a:spcPts val="1350"/>
              </a:lnSpc>
              <a:buClr>
                <a:srgbClr val="585858"/>
              </a:buClr>
              <a:buSzPct val="127272"/>
              <a:buAutoNum type="alphaLcPeriod" startAt="2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Go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Route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53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console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Hosted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Zones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-&gt;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click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domain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name</a:t>
            </a:r>
            <a:endParaRPr sz="1100" dirty="0">
              <a:latin typeface="Arial"/>
              <a:cs typeface="Arial"/>
            </a:endParaRPr>
          </a:p>
          <a:p>
            <a:pPr marL="722630" lvl="1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 startAt="2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Create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record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Record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name: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leave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blank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Record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type: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Routes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traffic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IPv4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AWS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resources</a:t>
            </a:r>
            <a:endParaRPr sz="1100" dirty="0">
              <a:latin typeface="Arial"/>
              <a:cs typeface="Arial"/>
            </a:endParaRPr>
          </a:p>
          <a:p>
            <a:pPr marL="1180465" lvl="2" indent="-227965">
              <a:lnSpc>
                <a:spcPts val="1320"/>
              </a:lnSpc>
              <a:buClr>
                <a:srgbClr val="585858"/>
              </a:buClr>
              <a:buSzPct val="127272"/>
              <a:buAutoNum type="alphaLcPeriod"/>
              <a:tabLst>
                <a:tab pos="1180465" algn="l"/>
              </a:tabLst>
            </a:pPr>
            <a:r>
              <a:rPr sz="1100" dirty="0">
                <a:latin typeface="Arial"/>
                <a:cs typeface="Arial"/>
              </a:rPr>
              <a:t>Value: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Public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IP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EC2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instance</a:t>
            </a:r>
            <a:endParaRPr sz="1100" dirty="0">
              <a:latin typeface="Arial"/>
              <a:cs typeface="Arial"/>
            </a:endParaRPr>
          </a:p>
          <a:p>
            <a:pPr marL="1179830" lvl="2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r>
              <a:rPr sz="1100" dirty="0">
                <a:latin typeface="Arial"/>
                <a:cs typeface="Arial"/>
              </a:rPr>
              <a:t>Create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records</a:t>
            </a:r>
            <a:endParaRPr lang="en-IN" sz="1100" spc="-10" dirty="0">
              <a:latin typeface="Arial"/>
              <a:cs typeface="Arial"/>
            </a:endParaRPr>
          </a:p>
          <a:p>
            <a:pPr marL="1179830" lvl="2" indent="-227329">
              <a:lnSpc>
                <a:spcPts val="1500"/>
              </a:lnSpc>
              <a:buClr>
                <a:srgbClr val="585858"/>
              </a:buClr>
              <a:buSzPct val="127272"/>
              <a:buAutoNum type="alphaLcPeriod"/>
              <a:tabLst>
                <a:tab pos="1179830" algn="l"/>
              </a:tabLst>
            </a:pPr>
            <a:endParaRPr sz="1100" dirty="0">
              <a:latin typeface="Arial"/>
              <a:cs typeface="Arial"/>
            </a:endParaRPr>
          </a:p>
          <a:p>
            <a:pPr marL="354965" indent="-342265">
              <a:lnSpc>
                <a:spcPts val="1614"/>
              </a:lnSpc>
              <a:spcBef>
                <a:spcPts val="25"/>
              </a:spcBef>
              <a:buClr>
                <a:srgbClr val="585858"/>
              </a:buClr>
              <a:buAutoNum type="arabicPeriod" startAt="2"/>
              <a:tabLst>
                <a:tab pos="354965" algn="l"/>
              </a:tabLst>
            </a:pPr>
            <a:r>
              <a:rPr dirty="0"/>
              <a:t>Verify</a:t>
            </a:r>
            <a:r>
              <a:rPr spc="-25" dirty="0"/>
              <a:t> DNS</a:t>
            </a:r>
          </a:p>
          <a:p>
            <a:pPr marL="722630" lvl="1" indent="-227329">
              <a:lnSpc>
                <a:spcPts val="1614"/>
              </a:lnSpc>
              <a:buClr>
                <a:srgbClr val="585858"/>
              </a:buClr>
              <a:buSzPct val="127272"/>
              <a:buAutoNum type="alphaLcPeriod"/>
              <a:tabLst>
                <a:tab pos="722630" algn="l"/>
              </a:tabLst>
            </a:pPr>
            <a:r>
              <a:rPr sz="1100" dirty="0">
                <a:latin typeface="Arial"/>
                <a:cs typeface="Arial"/>
              </a:rPr>
              <a:t>Open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browser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webapp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http://</a:t>
            </a:r>
            <a:r>
              <a:rPr sz="1100" spc="-10" dirty="0">
                <a:solidFill>
                  <a:srgbClr val="00AF50"/>
                </a:solidFill>
                <a:latin typeface="Arial"/>
                <a:cs typeface="Arial"/>
              </a:rPr>
              <a:t>YOUR_DOMAIN_NAME</a:t>
            </a:r>
            <a:r>
              <a:rPr sz="1100" spc="-10" dirty="0">
                <a:latin typeface="Arial"/>
                <a:cs typeface="Arial"/>
              </a:rPr>
              <a:t>/corp.php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1353</Words>
  <Application>Microsoft Office PowerPoint</Application>
  <PresentationFormat>On-screen Show (16:9)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Assignment (Part 1): Deploy 2-tier web application</vt:lpstr>
      <vt:lpstr>Architecture &amp; High level steps</vt:lpstr>
      <vt:lpstr>Step 1 – Create VPC, Subnets &amp; Route tables</vt:lpstr>
      <vt:lpstr>Step 1 – Create VPC, Subnets &amp; Route tables</vt:lpstr>
      <vt:lpstr>Step 2 - Launch an EC2 instance and connect</vt:lpstr>
      <vt:lpstr>Step 2 - Launch an EC2 instance and connect</vt:lpstr>
      <vt:lpstr>Step 3 - Create a RDS database</vt:lpstr>
      <vt:lpstr>Step 3 - Create a RDS database</vt:lpstr>
      <vt:lpstr>Step 3 - Create a RDS database</vt:lpstr>
      <vt:lpstr>Step 4 - Install and configure webapp on EC2</vt:lpstr>
      <vt:lpstr>Step 4 - Install and configure webapp on EC2</vt:lpstr>
      <vt:lpstr>Step 5 – Verify data in the database</vt:lpstr>
      <vt:lpstr>Step 5 – Verify the data into the database</vt:lpstr>
      <vt:lpstr>Step 5 – Verify the data from the web page</vt:lpstr>
      <vt:lpstr>Step 6 – Setup Public DNS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in AWS</dc:title>
  <dc:creator>Chetan</dc:creator>
  <cp:lastModifiedBy>loksaieta223@gmail.com</cp:lastModifiedBy>
  <cp:revision>3</cp:revision>
  <dcterms:created xsi:type="dcterms:W3CDTF">2025-08-17T01:58:11Z</dcterms:created>
  <dcterms:modified xsi:type="dcterms:W3CDTF">2025-09-25T14:15:01Z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2025-08-17T00:00:00Z</vt:filetime>
  </property>
  <property fmtid="{D5CDD505-2E9C-101B-9397-08002B2CF9AE}" pid="5" name="Producer">
    <vt:lpwstr>3-Heights(TM) PDF Security Shell 4.8.25.2 (http://www.pdf-tools.com)</vt:lpwstr>
  </property>
</Properties>
</file>